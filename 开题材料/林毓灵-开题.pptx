
<file path=[Content_Types].xml><?xml version="1.0" encoding="utf-8"?>
<Types xmlns="http://schemas.openxmlformats.org/package/2006/content-types">
  <Default Extension="jpeg" ContentType="image/jpeg"/>
  <Default Extension="JPG" ContentType="image/.jpg"/>
  <Default Extension="tiff" ContentType="image/tif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26"/>
  </p:handoutMasterIdLst>
  <p:sldIdLst>
    <p:sldId id="256" r:id="rId3"/>
    <p:sldId id="278" r:id="rId5"/>
    <p:sldId id="279" r:id="rId6"/>
    <p:sldId id="280" r:id="rId7"/>
    <p:sldId id="425" r:id="rId8"/>
    <p:sldId id="422" r:id="rId9"/>
    <p:sldId id="458" r:id="rId10"/>
    <p:sldId id="421" r:id="rId11"/>
    <p:sldId id="423" r:id="rId12"/>
    <p:sldId id="424" r:id="rId13"/>
    <p:sldId id="337" r:id="rId14"/>
    <p:sldId id="459" r:id="rId15"/>
    <p:sldId id="448" r:id="rId16"/>
    <p:sldId id="339" r:id="rId17"/>
    <p:sldId id="449" r:id="rId18"/>
    <p:sldId id="450" r:id="rId19"/>
    <p:sldId id="451" r:id="rId20"/>
    <p:sldId id="288" r:id="rId21"/>
    <p:sldId id="474" r:id="rId22"/>
    <p:sldId id="452" r:id="rId23"/>
    <p:sldId id="457" r:id="rId24"/>
    <p:sldId id="266" r:id="rId25"/>
  </p:sldIdLst>
  <p:sldSz cx="12192000" cy="6858000"/>
  <p:notesSz cx="6858000" cy="9144000"/>
  <p:custDataLst>
    <p:tags r:id="rId3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 yx" initials="Wy"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1985D"/>
    <a:srgbClr val="014098"/>
    <a:srgbClr val="4472C4"/>
    <a:srgbClr val="E9EBF5"/>
    <a:srgbClr val="A6B4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292" autoAdjust="0"/>
  </p:normalViewPr>
  <p:slideViewPr>
    <p:cSldViewPr snapToGrid="0">
      <p:cViewPr>
        <p:scale>
          <a:sx n="80" d="100"/>
          <a:sy n="80" d="100"/>
        </p:scale>
        <p:origin x="528"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1" Type="http://schemas.openxmlformats.org/officeDocument/2006/relationships/tags" Target="tags/tag76.xml"/><Relationship Id="rId30" Type="http://schemas.openxmlformats.org/officeDocument/2006/relationships/commentAuthors" Target="commentAuthors.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handoutMaster" Target="handoutMasters/handoutMaster1.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ea typeface="Calibri" panose="020F0502020204030204" charset="0"/>
              <a:cs typeface="Calibri" panose="020F0502020204030204" charset="0"/>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ea typeface="Calibri" panose="020F0502020204030204" charset="0"/>
                <a:cs typeface="Calibri" panose="020F0502020204030204" charset="0"/>
              </a:rPr>
            </a:fld>
            <a:endParaRPr lang="zh-CN" altLang="en-US">
              <a:ea typeface="Calibri" panose="020F0502020204030204" charset="0"/>
              <a:cs typeface="Calibri" panose="020F0502020204030204" charset="0"/>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ea typeface="Calibri" panose="020F0502020204030204" charset="0"/>
              <a:cs typeface="Calibri" panose="020F0502020204030204" charset="0"/>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ea typeface="Calibri" panose="020F0502020204030204" charset="0"/>
                <a:cs typeface="Calibri" panose="020F0502020204030204" charset="0"/>
              </a:rPr>
            </a:fld>
            <a:endParaRPr lang="zh-CN" altLang="en-US">
              <a:ea typeface="Calibri" panose="020F0502020204030204" charset="0"/>
              <a:cs typeface="Calibri" panose="020F0502020204030204" charset="0"/>
            </a:endParaRPr>
          </a:p>
        </p:txBody>
      </p:sp>
    </p:spTree>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Calibri" panose="020F0502020204030204" charset="0"/>
                <a:ea typeface="Calibri" panose="020F0502020204030204" charset="0"/>
                <a:cs typeface="Calibri" panose="020F0502020204030204" charset="0"/>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Calibri" panose="020F0502020204030204" charset="0"/>
                <a:ea typeface="Calibri" panose="020F0502020204030204" charset="0"/>
                <a:cs typeface="Calibri" panose="020F0502020204030204" charset="0"/>
              </a:defRPr>
            </a:lvl1pPr>
          </a:lstStyle>
          <a:p>
            <a:fld id="{E9DC0201-BFF1-4BE9-882D-4A60F598737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Calibri" panose="020F0502020204030204" charset="0"/>
                <a:ea typeface="Calibri" panose="020F0502020204030204" charset="0"/>
                <a:cs typeface="Calibri" panose="020F0502020204030204" charset="0"/>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Calibri" panose="020F0502020204030204" charset="0"/>
                <a:ea typeface="Calibri" panose="020F0502020204030204" charset="0"/>
                <a:cs typeface="Calibri" panose="020F0502020204030204" charset="0"/>
              </a:defRPr>
            </a:lvl1pPr>
          </a:lstStyle>
          <a:p>
            <a:fld id="{D8FA3640-96F5-4258-8A80-F342032BB026}" type="slidenum">
              <a:rPr lang="zh-CN" altLang="en-US" smtClean="0"/>
            </a:fld>
            <a:endParaRPr lang="zh-CN" altLang="en-US"/>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Calibri" panose="020F0502020204030204" charset="0"/>
        <a:ea typeface="Calibri" panose="020F0502020204030204" charset="0"/>
        <a:cs typeface="Calibri" panose="020F0502020204030204" charset="0"/>
      </a:defRPr>
    </a:lvl1pPr>
    <a:lvl2pPr marL="457200" algn="l" defTabSz="914400" rtl="0" eaLnBrk="1" latinLnBrk="0" hangingPunct="1">
      <a:defRPr sz="1200" kern="1200">
        <a:solidFill>
          <a:schemeClr val="tx1"/>
        </a:solidFill>
        <a:latin typeface="Calibri" panose="020F0502020204030204" charset="0"/>
        <a:ea typeface="Calibri" panose="020F0502020204030204" charset="0"/>
        <a:cs typeface="Calibri" panose="020F0502020204030204" charset="0"/>
      </a:defRPr>
    </a:lvl2pPr>
    <a:lvl3pPr marL="914400" algn="l" defTabSz="914400" rtl="0" eaLnBrk="1" latinLnBrk="0" hangingPunct="1">
      <a:defRPr sz="1200" kern="1200">
        <a:solidFill>
          <a:schemeClr val="tx1"/>
        </a:solidFill>
        <a:latin typeface="Calibri" panose="020F0502020204030204" charset="0"/>
        <a:ea typeface="Calibri" panose="020F0502020204030204" charset="0"/>
        <a:cs typeface="Calibri" panose="020F0502020204030204" charset="0"/>
      </a:defRPr>
    </a:lvl3pPr>
    <a:lvl4pPr marL="1371600" algn="l" defTabSz="914400" rtl="0" eaLnBrk="1" latinLnBrk="0" hangingPunct="1">
      <a:defRPr sz="1200" kern="1200">
        <a:solidFill>
          <a:schemeClr val="tx1"/>
        </a:solidFill>
        <a:latin typeface="Calibri" panose="020F0502020204030204" charset="0"/>
        <a:ea typeface="Calibri" panose="020F0502020204030204" charset="0"/>
        <a:cs typeface="Calibri" panose="020F0502020204030204" charset="0"/>
      </a:defRPr>
    </a:lvl4pPr>
    <a:lvl5pPr marL="1828800" algn="l" defTabSz="914400" rtl="0" eaLnBrk="1" latinLnBrk="0" hangingPunct="1">
      <a:defRPr sz="1200" kern="1200">
        <a:solidFill>
          <a:schemeClr val="tx1"/>
        </a:solidFill>
        <a:latin typeface="Calibri" panose="020F0502020204030204" charset="0"/>
        <a:ea typeface="Calibri" panose="020F0502020204030204" charset="0"/>
        <a:cs typeface="Calibri" panose="020F050202020403020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l"/>
            <a:r>
              <a:rPr lang="zh-CN" altLang="en-US">
                <a:sym typeface="+mn-ea"/>
              </a:rPr>
              <a:t>各位老师上午好，我的研究课题是</a:t>
            </a:r>
            <a:r>
              <a:rPr lang="en-US" altLang="zh-CN" dirty="0">
                <a:sym typeface="+mn-ea"/>
              </a:rPr>
              <a:t>Automatic Reproduction of Systems Using Large Language Models</a:t>
            </a:r>
            <a:endParaRPr lang="en-US" altLang="zh-CN" dirty="0"/>
          </a:p>
          <a:p>
            <a:pPr indent="0" algn="l"/>
            <a:r>
              <a:rPr lang="zh-CN">
                <a:latin typeface="+mn-ea"/>
                <a:sym typeface="+mn-ea"/>
              </a:rPr>
              <a:t>，即</a:t>
            </a:r>
            <a:r>
              <a:rPr lang="zh-CN" altLang="en-US" b="1">
                <a:latin typeface="微软雅黑" panose="020B0503020204020204" charset="-122"/>
                <a:ea typeface="微软雅黑" panose="020B0503020204020204" charset="-122"/>
                <a:sym typeface="+mn-ea"/>
              </a:rPr>
              <a:t>基于大语言模型的系统自动复现</a:t>
            </a:r>
            <a:r>
              <a:rPr lang="zh-CN">
                <a:latin typeface="+mn-ea"/>
                <a:sym typeface="+mn-ea"/>
              </a:rPr>
              <a:t>。我是汇报人林毓灵，指导老师是向乔老师。</a:t>
            </a:r>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latin typeface="+mn-ea"/>
                <a:sym typeface="+mn-ea"/>
              </a:rPr>
              <a:t>我将从以下六个部分进行我的开题汇报，分别是背景介绍，研究动机，研究目标，可行性分析，时间安排，预期成果。首先是背景介绍</a:t>
            </a:r>
            <a:endParaRPr lang="zh-CN">
              <a:latin typeface="+mn-ea"/>
              <a:sym typeface="+mn-ea"/>
            </a:endParaRPr>
          </a:p>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复现网络系统的研究成果具有重要的教育价值和研究价值。对于教育价值，它让学生在完成理论知识学习的基础上，对网络系统进行复现，将实践与理论相结合，完成计算机网络的学习过程，从而提升他们的科研能力。对于研究价值，复现研究过程中，可能会发现之前研究中存在的错误，这有助于提高研究的准确性和可信度。另外，复现研究可以为工业界的创新和技术转移提供支持。</a:t>
            </a:r>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人们复现已发表的网络研究成果的最佳做法通常有三种。首先，重新运行由作者提供的公开原型或由其他人员提供的根据出版论文自己复现出的原型。其次，如果没有公开的原型，人们可以联系作者来请求提供这个私人原型。第三，如果无法获取到原型，人们就需要根据出版论文来手动实现一个系统。然而，由于各种原因，最佳实践中的所有方法都受到了限制。</a:t>
            </a:r>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这就引出了本课题的研究动机</a:t>
            </a:r>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首先，对于第一种方法，</a:t>
            </a:r>
            <a:r>
              <a:rPr lang="zh-CN" altLang="en-US" dirty="0">
                <a:sym typeface="+mn-ea"/>
              </a:rPr>
              <a:t>发表论文中</a:t>
            </a:r>
            <a:r>
              <a:rPr lang="zh-CN" altLang="en-US" dirty="0"/>
              <a:t>公开原型的比例并不多。我们的研究表明，即使在 SIGCOMM 和 NSDI 等著名网络会议上，也只有少数论文提供了作者公开的原型。图 1 显示了 SIGCOMM 和 NSDI 的开源统计数据。在过去 10 年中，总共只有 32% 的 SIGCOMM 论文和</a:t>
            </a:r>
            <a:r>
              <a:rPr lang="en-US" altLang="zh-CN" dirty="0"/>
              <a:t>29%</a:t>
            </a:r>
            <a:r>
              <a:rPr lang="zh-CN" altLang="en-US" dirty="0">
                <a:ea typeface="宋体" panose="02010600030101010101" pitchFamily="2" charset="-122"/>
              </a:rPr>
              <a:t>的</a:t>
            </a:r>
            <a:r>
              <a:rPr lang="zh-CN" altLang="en-US" dirty="0">
                <a:sym typeface="+mn-ea"/>
              </a:rPr>
              <a:t>NSD</a:t>
            </a:r>
            <a:r>
              <a:rPr lang="en-US" altLang="zh-CN" dirty="0">
                <a:sym typeface="+mn-ea"/>
              </a:rPr>
              <a:t>I</a:t>
            </a:r>
            <a:r>
              <a:rPr lang="zh-CN" altLang="en-US" dirty="0">
                <a:ea typeface="宋体" panose="02010600030101010101" pitchFamily="2" charset="-122"/>
                <a:sym typeface="+mn-ea"/>
              </a:rPr>
              <a:t>论文</a:t>
            </a:r>
            <a:r>
              <a:rPr lang="zh-CN" altLang="en-US" dirty="0"/>
              <a:t>发布了开源原型。</a:t>
            </a:r>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图 2 列出了每篇论文的系统需要比较的其他系统的数量以及其中需要手动复现的系统数量。我们发现，作者花费了大量精力来手动实现他人的系统。</a:t>
            </a:r>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其次，对于第二种方法，作者有时会出于各种原因（如专利申请、商业产品、政策和安全）不愿分享私人原型。</a:t>
            </a:r>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a:sym typeface="+mn-ea"/>
              </a:rPr>
              <a:t>因此，如果没有现成的原型，人们复</a:t>
            </a:r>
            <a:r>
              <a:rPr lang="zh-CN" altLang="en-US" sz="1800">
                <a:ea typeface="宋体" panose="02010600030101010101" pitchFamily="2" charset="-122"/>
                <a:sym typeface="+mn-ea"/>
              </a:rPr>
              <a:t>现</a:t>
            </a:r>
            <a:r>
              <a:rPr lang="en-US" altLang="zh-CN" sz="1800">
                <a:sym typeface="+mn-ea"/>
              </a:rPr>
              <a:t>一篇已发表的网络论文的主要方式是手动实现其所提出的设计。虽然这种“</a:t>
            </a:r>
            <a:r>
              <a:rPr lang="zh-CN" altLang="en-US" sz="1800">
                <a:ea typeface="宋体" panose="02010600030101010101" pitchFamily="2" charset="-122"/>
                <a:sym typeface="+mn-ea"/>
              </a:rPr>
              <a:t>手动复现</a:t>
            </a:r>
            <a:r>
              <a:rPr lang="en-US" altLang="zh-CN" sz="1800">
                <a:sym typeface="+mn-ea"/>
              </a:rPr>
              <a:t>”的方法为人们提供了宝贵的理解论文细节的经验，特别是</a:t>
            </a:r>
            <a:r>
              <a:rPr lang="zh-CN" altLang="en-US" sz="1800">
                <a:ea typeface="宋体" panose="02010600030101010101" pitchFamily="2" charset="-122"/>
                <a:sym typeface="+mn-ea"/>
              </a:rPr>
              <a:t>理解</a:t>
            </a:r>
            <a:r>
              <a:rPr lang="en-US" altLang="zh-CN" sz="1800">
                <a:sym typeface="+mn-ea"/>
              </a:rPr>
              <a:t>设计的优缺点，但整个过程既费时又费力，</a:t>
            </a:r>
            <a:r>
              <a:rPr lang="zh-CN" altLang="en-US" sz="1800">
                <a:ea typeface="宋体" panose="02010600030101010101" pitchFamily="2" charset="-122"/>
                <a:sym typeface="+mn-ea"/>
              </a:rPr>
              <a:t>并且</a:t>
            </a:r>
            <a:r>
              <a:rPr lang="en-US" altLang="zh-CN" sz="1800">
                <a:sym typeface="+mn-ea"/>
              </a:rPr>
              <a:t>容易出错。从长远来看，这是不可持续的，因为网络研究的结果正变得越来越复杂。</a:t>
            </a:r>
            <a:endParaRPr lang="en-US" altLang="zh-CN" sz="1800">
              <a:sym typeface="+mn-ea"/>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因此，我们的研究目标是：</a:t>
            </a:r>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dirty="0"/>
              <a:t>通过对新兴的</a:t>
            </a:r>
            <a:r>
              <a:rPr lang="zh-CN" dirty="0">
                <a:ea typeface="宋体" panose="02010600030101010101" pitchFamily="2" charset="-122"/>
              </a:rPr>
              <a:t>大语言模型</a:t>
            </a:r>
            <a:r>
              <a:rPr dirty="0"/>
              <a:t>进行提示工程设计来</a:t>
            </a:r>
            <a:r>
              <a:rPr lang="zh-CN" dirty="0">
                <a:ea typeface="宋体" panose="02010600030101010101" pitchFamily="2" charset="-122"/>
              </a:rPr>
              <a:t>复现</a:t>
            </a:r>
            <a:r>
              <a:rPr dirty="0"/>
              <a:t>网络研究成果</a:t>
            </a:r>
            <a:r>
              <a:rPr lang="zh-CN" dirty="0">
                <a:ea typeface="宋体" panose="02010600030101010101" pitchFamily="2" charset="-122"/>
              </a:rPr>
              <a:t>，如果目标能够</a:t>
            </a:r>
            <a:r>
              <a:rPr dirty="0"/>
              <a:t>成功</a:t>
            </a:r>
            <a:r>
              <a:rPr lang="zh-CN" dirty="0">
                <a:ea typeface="宋体" panose="02010600030101010101" pitchFamily="2" charset="-122"/>
              </a:rPr>
              <a:t>实现</a:t>
            </a:r>
            <a:r>
              <a:rPr dirty="0"/>
              <a:t>，将从多个角度造福网络界，包括：</a:t>
            </a:r>
            <a:r>
              <a:rPr lang="en-US" dirty="0"/>
              <a:t>(</a:t>
            </a:r>
            <a:r>
              <a:rPr lang="en-US" altLang="zh-CN" dirty="0">
                <a:ea typeface="宋体" panose="02010600030101010101" pitchFamily="2" charset="-122"/>
              </a:rPr>
              <a:t>1)</a:t>
            </a:r>
            <a:r>
              <a:rPr lang="zh-CN" dirty="0">
                <a:ea typeface="宋体" panose="02010600030101010101" pitchFamily="2" charset="-122"/>
              </a:rPr>
              <a:t>它可以</a:t>
            </a:r>
            <a:r>
              <a:rPr dirty="0"/>
              <a:t>大大简化复</a:t>
            </a:r>
            <a:r>
              <a:rPr lang="zh-CN" dirty="0">
                <a:ea typeface="宋体" panose="02010600030101010101" pitchFamily="2" charset="-122"/>
              </a:rPr>
              <a:t>现的</a:t>
            </a:r>
            <a:r>
              <a:rPr dirty="0"/>
              <a:t>过程；(2) </a:t>
            </a:r>
            <a:r>
              <a:rPr lang="zh-CN" dirty="0">
                <a:ea typeface="宋体" panose="02010600030101010101" pitchFamily="2" charset="-122"/>
              </a:rPr>
              <a:t>可以</a:t>
            </a:r>
            <a:r>
              <a:rPr dirty="0"/>
              <a:t>有效识别网络研究成果中缺失的细节和潜在漏洞（如超参数和</a:t>
            </a:r>
            <a:r>
              <a:rPr lang="zh-CN" dirty="0">
                <a:ea typeface="宋体" panose="02010600030101010101" pitchFamily="2" charset="-122"/>
              </a:rPr>
              <a:t>极端</a:t>
            </a:r>
            <a:r>
              <a:rPr dirty="0"/>
              <a:t>情况错误）；(3) 激励创新，改进已发表的研究成果。它甚至可以帮助改进网络会议的同行评审过程 [33]</a:t>
            </a: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dirty="0">
                <a:ea typeface="宋体" panose="02010600030101010101" pitchFamily="2" charset="-122"/>
              </a:rPr>
              <a:t>这是本课题的技术路线。</a:t>
            </a:r>
            <a:endParaRPr dirty="0"/>
          </a:p>
          <a:p>
            <a:r>
              <a:rPr dirty="0"/>
              <a:t>首先，我们对待复现的论文进行预处理，这包括从论文中提取上下文信息，划分不同的复现阶段，并将自然语言转化为规范化的语言。此外，预处理阶段还涵盖了收集领域特定的知识，以辅助大型语言模型更好地理解用户的需求。</a:t>
            </a:r>
            <a:endParaRPr dirty="0"/>
          </a:p>
          <a:p>
            <a:r>
              <a:rPr dirty="0"/>
              <a:t>其次，我们将上述提取的上下文信息、规范化语言以及领域特定知识输入到大型语言模型中。通过对不同输入的处理，大型语言模型将生成多个不同的代码片段。在对每个代码片段进行单元测试后，我们将它们巧妙地组合在一起，形成一个完整的代码系统。随后，我们对这个系统进行性能验证，根据验证的结果来为预处理过程提供反馈。根据反馈的信息，我们可能需要调整输入信息，以生成更加符合预期要求的代码片段。</a:t>
            </a:r>
            <a:endParaRPr dirty="0"/>
          </a:p>
          <a:p>
            <a:r>
              <a:rPr dirty="0"/>
              <a:t>这个迭代的过程将持续进行，直到成功复现论文研究的结果。整个方法的关键在于将多个步骤紧密结合，充分利用大型语言模型的能力以及单元测试的准确性，从而实现快速高效的网络系统复现。</a:t>
            </a: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接下来将介绍研究课题的可行性</a:t>
            </a:r>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atin typeface="+mn-ea"/>
                <a:sym typeface="+mn-ea"/>
              </a:rPr>
              <a:t>本课题的研究内容是可行的。前面提到，虽然复现网络系统的研究成果具有重要意义，但由于多种原因，如公开原型少，耗时耗力等，使得复现过程变得极为困难。因此，本课题瞄准当前的学术前沿与产业关注，将大语言模型与复现研究成果相结合，拟解决的基于大语言模型的系统自动复现问题是重要且新颖的。作为一个例子，我们与ChatGPT进行互动。让</a:t>
            </a:r>
            <a:r>
              <a:rPr lang="en-US" altLang="zh-CN">
                <a:latin typeface="+mn-ea"/>
                <a:sym typeface="+mn-ea"/>
              </a:rPr>
              <a:t>chatgpt</a:t>
            </a:r>
            <a:r>
              <a:rPr lang="zh-CN">
                <a:latin typeface="+mn-ea"/>
                <a:sym typeface="+mn-ea"/>
              </a:rPr>
              <a:t>开发一个可以交互进行石头剪刀布的UDP服务器和客户端的程序。在经过4个提示，总共159个单词的输入之后，ChatGPT为服务器和客户端生成正确的程序。图中显示了所生成的程序的两个代码片段。尽管是一个比较简单的例子，但它表明LLM可以实现网络程序，并给我们实现更复杂的网络研究结果的信心。</a:t>
            </a:r>
            <a:endParaRPr lang="zh-CN">
              <a:latin typeface="+mn-ea"/>
              <a:sym typeface="+mn-ea"/>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dirty="0">
                <a:ea typeface="宋体" panose="02010600030101010101" pitchFamily="2" charset="-122"/>
              </a:rPr>
              <a:t>并且，</a:t>
            </a:r>
            <a:r>
              <a:rPr lang="zh-CN">
                <a:latin typeface="+mn-ea"/>
                <a:sym typeface="+mn-ea"/>
              </a:rPr>
              <a:t>本课题的前置的研究工作是充分的。</a:t>
            </a:r>
            <a:r>
              <a:rPr lang="zh-CN" dirty="0">
                <a:ea typeface="宋体" panose="02010600030101010101" pitchFamily="2" charset="-122"/>
              </a:rPr>
              <a:t>最近将 LLMs 成功应用于一般任务和特定领域代码智能任务 [18,25,42] 可以作为我们研究课题的支撑。对于一般编码任务，Copilot [7] 可以提供有效的代码完成建议。发表在</a:t>
            </a:r>
            <a:r>
              <a:rPr lang="en-US" altLang="zh-CN" dirty="0">
                <a:ea typeface="宋体" panose="02010600030101010101" pitchFamily="2" charset="-122"/>
              </a:rPr>
              <a:t>iclr23</a:t>
            </a:r>
            <a:r>
              <a:rPr lang="zh-CN" altLang="en-US" dirty="0">
                <a:ea typeface="宋体" panose="02010600030101010101" pitchFamily="2" charset="-122"/>
              </a:rPr>
              <a:t>的</a:t>
            </a:r>
            <a:r>
              <a:rPr lang="en-US" altLang="zh-CN" dirty="0">
                <a:ea typeface="宋体" panose="02010600030101010101" pitchFamily="2" charset="-122"/>
              </a:rPr>
              <a:t>codegen</a:t>
            </a:r>
            <a:r>
              <a:rPr lang="zh-CN" altLang="en-US" dirty="0">
                <a:ea typeface="宋体" panose="02010600030101010101" pitchFamily="2" charset="-122"/>
              </a:rPr>
              <a:t>和发表在</a:t>
            </a:r>
            <a:r>
              <a:rPr lang="en-US" altLang="zh-CN" dirty="0">
                <a:ea typeface="宋体" panose="02010600030101010101" pitchFamily="2" charset="-122"/>
              </a:rPr>
              <a:t>ase22 </a:t>
            </a:r>
            <a:r>
              <a:rPr lang="zh-CN" altLang="en-US" dirty="0">
                <a:ea typeface="宋体" panose="02010600030101010101" pitchFamily="2" charset="-122"/>
              </a:rPr>
              <a:t>的Clef也可以进行代码智能生成。</a:t>
            </a:r>
            <a:r>
              <a:rPr lang="zh-CN" dirty="0">
                <a:ea typeface="宋体" panose="02010600030101010101" pitchFamily="2" charset="-122"/>
              </a:rPr>
              <a:t>对于特定领域的编程，尤其是网络领域。SAGE [42] 使用自然语言句子的逻辑形式来识别 RFC 中的歧义，并自动生成符合 RFC 的代码。NAssim [18] 使用 LLM 解析网络设备手册，并为设备生成相应的 设备配置。因此，可以看到，运用大语言模型生成代码是近年来学术界与工业界广泛关注的重要研究方向。</a:t>
            </a:r>
            <a:endParaRPr lang="zh-CN" dirty="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l"/>
            <a:r>
              <a:rPr lang="zh-CN">
                <a:latin typeface="+mn-ea"/>
                <a:sym typeface="+mn-ea"/>
              </a:rPr>
              <a:t>最后，在实验平台方面，实验室中已经具备了相应的软件与硬件实验平台，可以支持本课题对于</a:t>
            </a:r>
            <a:r>
              <a:rPr lang="zh-CN" altLang="en-US" b="1">
                <a:latin typeface="微软雅黑" panose="020B0503020204020204" charset="-122"/>
                <a:ea typeface="微软雅黑" panose="020B0503020204020204" charset="-122"/>
                <a:sym typeface="+mn-ea"/>
              </a:rPr>
              <a:t>基于大语言模型的系统自动复现</a:t>
            </a:r>
            <a:r>
              <a:rPr lang="zh-CN">
                <a:latin typeface="+mn-ea"/>
                <a:sym typeface="+mn-ea"/>
              </a:rPr>
              <a:t>的开发与研究。</a:t>
            </a:r>
            <a:endParaRPr lang="zh-CN">
              <a:latin typeface="+mn-ea"/>
              <a:sym typeface="+mn-ea"/>
            </a:endParaRPr>
          </a:p>
          <a:p>
            <a:pPr indent="0" algn="l"/>
            <a:r>
              <a:rPr lang="zh-CN" altLang="en-US">
                <a:latin typeface="+mn-ea"/>
                <a:sym typeface="+mn-ea"/>
              </a:rPr>
              <a:t>综上，本课题关键技术成熟，路线图清晰，具备充分的可行性。</a:t>
            </a: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l"/>
            <a:r>
              <a:rPr lang="zh-CN">
                <a:latin typeface="+mn-ea"/>
                <a:sym typeface="+mn-ea"/>
              </a:rPr>
              <a:t>在我的开题计划中，我计划于</a:t>
            </a:r>
            <a:r>
              <a:rPr lang="en-US" altLang="zh-CN">
                <a:latin typeface="+mn-ea"/>
                <a:sym typeface="+mn-ea"/>
              </a:rPr>
              <a:t>22</a:t>
            </a:r>
            <a:r>
              <a:rPr lang="zh-CN" altLang="en-US">
                <a:latin typeface="+mn-ea"/>
                <a:sym typeface="+mn-ea"/>
              </a:rPr>
              <a:t>年</a:t>
            </a:r>
            <a:r>
              <a:rPr lang="en-US" altLang="zh-CN">
                <a:latin typeface="+mn-ea"/>
                <a:sym typeface="+mn-ea"/>
              </a:rPr>
              <a:t>9</a:t>
            </a:r>
            <a:r>
              <a:rPr lang="zh-CN" altLang="en-US">
                <a:latin typeface="+mn-ea"/>
                <a:sym typeface="+mn-ea"/>
              </a:rPr>
              <a:t>月到</a:t>
            </a:r>
            <a:r>
              <a:rPr lang="en-US" altLang="zh-CN">
                <a:latin typeface="+mn-ea"/>
                <a:sym typeface="+mn-ea"/>
              </a:rPr>
              <a:t>23</a:t>
            </a:r>
            <a:r>
              <a:rPr lang="zh-CN" altLang="en-US">
                <a:latin typeface="+mn-ea"/>
                <a:sym typeface="+mn-ea"/>
              </a:rPr>
              <a:t>年</a:t>
            </a:r>
            <a:r>
              <a:rPr lang="en-US" altLang="zh-CN">
                <a:latin typeface="+mn-ea"/>
                <a:sym typeface="+mn-ea"/>
              </a:rPr>
              <a:t>6</a:t>
            </a:r>
            <a:r>
              <a:rPr lang="zh-CN" altLang="en-US">
                <a:latin typeface="+mn-ea"/>
                <a:sym typeface="+mn-ea"/>
              </a:rPr>
              <a:t>月进行相关文献的收集与阅读工作，主要关注大语言模型代码生成的具体实现，与系统复现过程中语义解析的理论知识。这是我过去在做的工作。</a:t>
            </a:r>
            <a:endParaRPr lang="zh-CN" altLang="en-US">
              <a:latin typeface="+mn-ea"/>
              <a:sym typeface="+mn-ea"/>
            </a:endParaRPr>
          </a:p>
          <a:p>
            <a:pPr indent="0" algn="l"/>
            <a:r>
              <a:rPr lang="zh-CN" altLang="en-US">
                <a:latin typeface="+mn-ea"/>
                <a:sym typeface="+mn-ea"/>
              </a:rPr>
              <a:t>接下来，我计划于</a:t>
            </a:r>
            <a:r>
              <a:rPr lang="en-US" altLang="zh-CN">
                <a:latin typeface="+mn-ea"/>
                <a:sym typeface="+mn-ea"/>
              </a:rPr>
              <a:t>23</a:t>
            </a:r>
            <a:r>
              <a:rPr lang="zh-CN" altLang="en-US">
                <a:latin typeface="+mn-ea"/>
                <a:sym typeface="+mn-ea"/>
              </a:rPr>
              <a:t>年</a:t>
            </a:r>
            <a:r>
              <a:rPr lang="en-US" altLang="zh-CN">
                <a:latin typeface="+mn-ea"/>
                <a:sym typeface="+mn-ea"/>
              </a:rPr>
              <a:t>6</a:t>
            </a:r>
            <a:r>
              <a:rPr lang="zh-CN" altLang="en-US">
                <a:latin typeface="+mn-ea"/>
                <a:sym typeface="+mn-ea"/>
              </a:rPr>
              <a:t>月到</a:t>
            </a:r>
            <a:r>
              <a:rPr lang="en-US" altLang="zh-CN">
                <a:latin typeface="+mn-ea"/>
                <a:sym typeface="+mn-ea"/>
              </a:rPr>
              <a:t>23</a:t>
            </a:r>
            <a:r>
              <a:rPr lang="zh-CN" altLang="en-US">
                <a:latin typeface="+mn-ea"/>
                <a:sym typeface="+mn-ea"/>
              </a:rPr>
              <a:t>年</a:t>
            </a:r>
            <a:r>
              <a:rPr lang="en-US" altLang="zh-CN">
                <a:latin typeface="+mn-ea"/>
                <a:sym typeface="+mn-ea"/>
              </a:rPr>
              <a:t>9</a:t>
            </a:r>
            <a:r>
              <a:rPr lang="zh-CN" altLang="en-US">
                <a:latin typeface="+mn-ea"/>
                <a:sym typeface="+mn-ea"/>
              </a:rPr>
              <a:t>月对现有的各种大语言模型代码生成的关键知识进行学习，方便后续针对</a:t>
            </a:r>
            <a:r>
              <a:rPr lang="zh-CN" altLang="en-US">
                <a:latin typeface="微软雅黑" panose="020B0503020204020204" charset="-122"/>
                <a:ea typeface="微软雅黑" panose="020B0503020204020204" charset="-122"/>
                <a:sym typeface="+mn-ea"/>
              </a:rPr>
              <a:t>基于大模型的系统自动复现</a:t>
            </a:r>
            <a:r>
              <a:rPr lang="zh-CN" altLang="en-US">
                <a:latin typeface="+mn-ea"/>
                <a:sym typeface="+mn-ea"/>
              </a:rPr>
              <a:t>设计工作的展开。这是我此时正在做的工作。</a:t>
            </a:r>
            <a:endParaRPr lang="zh-CN" altLang="en-US">
              <a:latin typeface="+mn-ea"/>
              <a:sym typeface="+mn-ea"/>
            </a:endParaRPr>
          </a:p>
          <a:p>
            <a:pPr indent="0" algn="l"/>
            <a:r>
              <a:rPr lang="zh-CN" altLang="en-US">
                <a:latin typeface="+mn-ea"/>
                <a:sym typeface="+mn-ea"/>
              </a:rPr>
              <a:t>接下来，我计划于</a:t>
            </a:r>
            <a:r>
              <a:rPr lang="en-US" altLang="zh-CN">
                <a:latin typeface="+mn-ea"/>
                <a:sym typeface="+mn-ea"/>
              </a:rPr>
              <a:t>23</a:t>
            </a:r>
            <a:r>
              <a:rPr lang="zh-CN" altLang="en-US">
                <a:latin typeface="+mn-ea"/>
                <a:sym typeface="+mn-ea"/>
              </a:rPr>
              <a:t>年</a:t>
            </a:r>
            <a:r>
              <a:rPr lang="en-US" altLang="zh-CN">
                <a:latin typeface="+mn-ea"/>
                <a:sym typeface="+mn-ea"/>
              </a:rPr>
              <a:t>9</a:t>
            </a:r>
            <a:r>
              <a:rPr lang="zh-CN" altLang="en-US">
                <a:latin typeface="+mn-ea"/>
                <a:sym typeface="+mn-ea"/>
              </a:rPr>
              <a:t>月到</a:t>
            </a:r>
            <a:r>
              <a:rPr lang="en-US" altLang="zh-CN">
                <a:latin typeface="+mn-ea"/>
                <a:sym typeface="+mn-ea"/>
              </a:rPr>
              <a:t>24</a:t>
            </a:r>
            <a:r>
              <a:rPr lang="zh-CN" altLang="en-US">
                <a:latin typeface="+mn-ea"/>
                <a:sym typeface="+mn-ea"/>
              </a:rPr>
              <a:t>年</a:t>
            </a:r>
            <a:r>
              <a:rPr lang="en-US" altLang="zh-CN">
                <a:latin typeface="+mn-ea"/>
                <a:sym typeface="+mn-ea"/>
              </a:rPr>
              <a:t>3</a:t>
            </a:r>
            <a:r>
              <a:rPr lang="zh-CN" altLang="en-US">
                <a:latin typeface="+mn-ea"/>
                <a:sym typeface="+mn-ea"/>
              </a:rPr>
              <a:t>月之间完成验证系统的原型，这一段时间主要用于原型系统的设计与实现。</a:t>
            </a:r>
            <a:endParaRPr lang="zh-CN" altLang="en-US">
              <a:latin typeface="+mn-ea"/>
              <a:sym typeface="+mn-ea"/>
            </a:endParaRPr>
          </a:p>
          <a:p>
            <a:pPr indent="0" algn="l"/>
            <a:r>
              <a:rPr lang="zh-CN" altLang="en-US">
                <a:latin typeface="+mn-ea"/>
                <a:sym typeface="+mn-ea"/>
              </a:rPr>
              <a:t>而在</a:t>
            </a:r>
            <a:r>
              <a:rPr lang="en-US" altLang="zh-CN">
                <a:latin typeface="+mn-ea"/>
                <a:sym typeface="+mn-ea"/>
              </a:rPr>
              <a:t>24</a:t>
            </a:r>
            <a:r>
              <a:rPr lang="zh-CN" altLang="en-US">
                <a:latin typeface="+mn-ea"/>
                <a:sym typeface="+mn-ea"/>
              </a:rPr>
              <a:t>年</a:t>
            </a:r>
            <a:r>
              <a:rPr lang="en-US" altLang="zh-CN">
                <a:latin typeface="+mn-ea"/>
                <a:sym typeface="+mn-ea"/>
              </a:rPr>
              <a:t>3</a:t>
            </a:r>
            <a:r>
              <a:rPr lang="zh-CN" altLang="en-US">
                <a:latin typeface="+mn-ea"/>
                <a:sym typeface="+mn-ea"/>
              </a:rPr>
              <a:t>月到</a:t>
            </a:r>
            <a:r>
              <a:rPr lang="en-US" altLang="zh-CN">
                <a:latin typeface="+mn-ea"/>
                <a:sym typeface="+mn-ea"/>
              </a:rPr>
              <a:t>24</a:t>
            </a:r>
            <a:r>
              <a:rPr lang="zh-CN" altLang="en-US">
                <a:latin typeface="+mn-ea"/>
                <a:sym typeface="+mn-ea"/>
              </a:rPr>
              <a:t>年</a:t>
            </a:r>
            <a:r>
              <a:rPr lang="en-US" altLang="zh-CN">
                <a:latin typeface="+mn-ea"/>
                <a:sym typeface="+mn-ea"/>
              </a:rPr>
              <a:t>8</a:t>
            </a:r>
            <a:r>
              <a:rPr lang="zh-CN" altLang="en-US">
                <a:latin typeface="+mn-ea"/>
                <a:sym typeface="+mn-ea"/>
              </a:rPr>
              <a:t>月间，我将针对原型系统进行评估与优化，使其在完成复现目标的基础上达到更优的性能。</a:t>
            </a:r>
            <a:endParaRPr lang="zh-CN" altLang="en-US">
              <a:latin typeface="+mn-ea"/>
              <a:sym typeface="+mn-ea"/>
            </a:endParaRPr>
          </a:p>
          <a:p>
            <a:pPr indent="0" algn="l"/>
            <a:r>
              <a:rPr lang="zh-CN" altLang="en-US">
                <a:latin typeface="+mn-ea"/>
                <a:sym typeface="+mn-ea"/>
              </a:rPr>
              <a:t>对于最后的</a:t>
            </a:r>
            <a:r>
              <a:rPr lang="en-US" altLang="zh-CN">
                <a:latin typeface="+mn-ea"/>
                <a:sym typeface="+mn-ea"/>
              </a:rPr>
              <a:t>24</a:t>
            </a:r>
            <a:r>
              <a:rPr lang="zh-CN" altLang="en-US">
                <a:latin typeface="+mn-ea"/>
                <a:sym typeface="+mn-ea"/>
              </a:rPr>
              <a:t>年</a:t>
            </a:r>
            <a:r>
              <a:rPr lang="en-US" altLang="zh-CN">
                <a:latin typeface="+mn-ea"/>
                <a:sym typeface="+mn-ea"/>
              </a:rPr>
              <a:t>8</a:t>
            </a:r>
            <a:r>
              <a:rPr lang="zh-CN" altLang="en-US">
                <a:latin typeface="+mn-ea"/>
                <a:sym typeface="+mn-ea"/>
              </a:rPr>
              <a:t>月到</a:t>
            </a:r>
            <a:r>
              <a:rPr lang="en-US" altLang="zh-CN">
                <a:latin typeface="+mn-ea"/>
                <a:sym typeface="+mn-ea"/>
              </a:rPr>
              <a:t>25</a:t>
            </a:r>
            <a:r>
              <a:rPr lang="zh-CN" altLang="en-US">
                <a:latin typeface="+mn-ea"/>
                <a:sym typeface="+mn-ea"/>
              </a:rPr>
              <a:t>年</a:t>
            </a:r>
            <a:r>
              <a:rPr lang="en-US" altLang="zh-CN">
                <a:latin typeface="+mn-ea"/>
                <a:sym typeface="+mn-ea"/>
              </a:rPr>
              <a:t>3</a:t>
            </a:r>
            <a:r>
              <a:rPr lang="zh-CN" altLang="en-US">
                <a:latin typeface="+mn-ea"/>
                <a:sym typeface="+mn-ea"/>
              </a:rPr>
              <a:t>月，这段时间我计划用于论文撰写以及结题答辩等事项。这些是我对未来工作的安排。</a:t>
            </a:r>
            <a:endParaRPr lang="zh-CN" altLang="en-US">
              <a:latin typeface="+mn-ea"/>
              <a:sym typeface="+mn-ea"/>
            </a:endParaRPr>
          </a:p>
          <a:p>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ea typeface="宋体" panose="02010600030101010101" pitchFamily="2" charset="-122"/>
              </a:rPr>
              <a:t>现阶段的研究成果有：</a:t>
            </a:r>
            <a:endParaRPr lang="zh-CN" altLang="en-US" dirty="0">
              <a:ea typeface="宋体" panose="02010600030101010101" pitchFamily="2" charset="-122"/>
            </a:endParaRPr>
          </a:p>
          <a:p>
            <a:r>
              <a:rPr lang="zh-CN" altLang="en-US" dirty="0">
                <a:ea typeface="宋体" panose="02010600030101010101" pitchFamily="2" charset="-122"/>
              </a:rPr>
              <a:t>论文部分，</a:t>
            </a:r>
            <a:r>
              <a:rPr lang="en-US" altLang="zh-CN" kern="0" dirty="0">
                <a:cs typeface="+mn-ea"/>
                <a:sym typeface="+mn-lt"/>
              </a:rPr>
              <a:t>Toward a Unified Framework for Verifying and Interpreting Learning-Based Networking Systems</a:t>
            </a:r>
            <a:r>
              <a:rPr lang="zh-CN" altLang="en-US" kern="0" dirty="0">
                <a:ea typeface="宋体" panose="02010600030101010101" pitchFamily="2" charset="-122"/>
                <a:cs typeface="+mn-ea"/>
                <a:sym typeface="+mn-lt"/>
              </a:rPr>
              <a:t>我作为第二作者，论文被</a:t>
            </a:r>
            <a:r>
              <a:rPr lang="en-US" altLang="zh-CN" kern="0" dirty="0">
                <a:ea typeface="宋体" panose="02010600030101010101" pitchFamily="2" charset="-122"/>
                <a:cs typeface="+mn-ea"/>
                <a:sym typeface="+mn-lt"/>
              </a:rPr>
              <a:t>IWQoS 23</a:t>
            </a:r>
            <a:r>
              <a:rPr lang="zh-CN" altLang="en-US" kern="0" dirty="0">
                <a:ea typeface="宋体" panose="02010600030101010101" pitchFamily="2" charset="-122"/>
                <a:cs typeface="+mn-ea"/>
                <a:sym typeface="+mn-lt"/>
              </a:rPr>
              <a:t>接收，</a:t>
            </a:r>
            <a:endParaRPr lang="zh-CN" altLang="en-US" kern="0" dirty="0">
              <a:ea typeface="宋体" panose="02010600030101010101" pitchFamily="2" charset="-122"/>
              <a:cs typeface="+mn-ea"/>
              <a:sym typeface="+mn-lt"/>
            </a:endParaRPr>
          </a:p>
          <a:p>
            <a:r>
              <a:rPr lang="en-US" altLang="zh-CN" kern="0" dirty="0">
                <a:cs typeface="+mn-ea"/>
                <a:sym typeface="+mn-lt"/>
              </a:rPr>
              <a:t>Toward Reproducing Network Research Results Using Large Language Models </a:t>
            </a:r>
            <a:r>
              <a:rPr lang="zh-CN" altLang="en-US" kern="0" dirty="0">
                <a:ea typeface="宋体" panose="02010600030101010101" pitchFamily="2" charset="-122"/>
                <a:cs typeface="+mn-ea"/>
                <a:sym typeface="+mn-lt"/>
              </a:rPr>
              <a:t>这篇论文作为第二作者，投稿</a:t>
            </a:r>
            <a:r>
              <a:rPr lang="en-US" altLang="zh-CN" kern="0" dirty="0">
                <a:ea typeface="宋体" panose="02010600030101010101" pitchFamily="2" charset="-122"/>
                <a:cs typeface="+mn-ea"/>
                <a:sym typeface="+mn-lt"/>
              </a:rPr>
              <a:t>Hotnets 23</a:t>
            </a:r>
            <a:r>
              <a:rPr lang="zh-CN" altLang="en-US" kern="0" dirty="0">
                <a:ea typeface="宋体" panose="02010600030101010101" pitchFamily="2" charset="-122"/>
                <a:cs typeface="+mn-ea"/>
                <a:sym typeface="+mn-lt"/>
              </a:rPr>
              <a:t>还在审核中，</a:t>
            </a:r>
            <a:endParaRPr lang="zh-CN" altLang="en-US" kern="0" dirty="0">
              <a:ea typeface="宋体" panose="02010600030101010101" pitchFamily="2" charset="-122"/>
              <a:cs typeface="+mn-ea"/>
              <a:sym typeface="+mn-lt"/>
            </a:endParaRPr>
          </a:p>
          <a:p>
            <a:r>
              <a:rPr lang="zh-CN" altLang="en-US" kern="0" dirty="0">
                <a:ea typeface="宋体" panose="02010600030101010101" pitchFamily="2" charset="-122"/>
                <a:cs typeface="+mn-ea"/>
                <a:sym typeface="+mn-lt"/>
              </a:rPr>
              <a:t>专利部分，提交针对网络任务应答信息的优化方法及系统的专利。</a:t>
            </a:r>
            <a:endParaRPr lang="zh-CN" altLang="en-US" kern="0" dirty="0">
              <a:ea typeface="宋体" panose="02010600030101010101" pitchFamily="2" charset="-122"/>
              <a:cs typeface="+mn-ea"/>
              <a:sym typeface="+mn-lt"/>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l"/>
            <a:r>
              <a:rPr lang="zh-CN">
                <a:latin typeface="+mn-ea"/>
                <a:sym typeface="+mn-ea"/>
              </a:rPr>
              <a:t>在我的开题计划中，我预期的结果，</a:t>
            </a:r>
            <a:endParaRPr lang="zh-CN">
              <a:latin typeface="+mn-ea"/>
              <a:sym typeface="+mn-ea"/>
            </a:endParaRPr>
          </a:p>
          <a:p>
            <a:pPr indent="0" algn="l"/>
            <a:r>
              <a:rPr lang="zh-CN">
                <a:latin typeface="+mn-ea"/>
                <a:sym typeface="+mn-ea"/>
              </a:rPr>
              <a:t>在功能上，我希望我设计并实现的复现框架能具有较高的复现效率，能够具有一个统一的提示工程框架，实现系统复现的自动化。</a:t>
            </a:r>
            <a:endParaRPr lang="zh-CN">
              <a:latin typeface="+mn-ea"/>
              <a:sym typeface="+mn-ea"/>
            </a:endParaRPr>
          </a:p>
          <a:p>
            <a:pPr indent="0" algn="l"/>
            <a:r>
              <a:rPr lang="zh-CN">
                <a:latin typeface="+mn-ea"/>
                <a:sym typeface="+mn-ea"/>
              </a:rPr>
              <a:t>在论文发表上，我希望能够在国际重要学术会议上发表</a:t>
            </a:r>
            <a:r>
              <a:rPr lang="en-US" altLang="zh-CN">
                <a:latin typeface="+mn-ea"/>
                <a:sym typeface="+mn-ea"/>
              </a:rPr>
              <a:t>1</a:t>
            </a:r>
            <a:r>
              <a:rPr lang="zh-CN" altLang="en-US">
                <a:latin typeface="+mn-ea"/>
                <a:sym typeface="+mn-ea"/>
              </a:rPr>
              <a:t>到</a:t>
            </a:r>
            <a:r>
              <a:rPr lang="en-US" altLang="zh-CN">
                <a:latin typeface="+mn-ea"/>
                <a:sym typeface="+mn-ea"/>
              </a:rPr>
              <a:t>2</a:t>
            </a:r>
            <a:r>
              <a:rPr lang="zh-CN" altLang="en-US">
                <a:latin typeface="+mn-ea"/>
                <a:sym typeface="+mn-ea"/>
              </a:rPr>
              <a:t>篇论文，主要以</a:t>
            </a:r>
            <a:r>
              <a:rPr lang="en-US" altLang="zh-CN">
                <a:latin typeface="+mn-ea"/>
                <a:sym typeface="+mn-ea"/>
              </a:rPr>
              <a:t>CCF A</a:t>
            </a:r>
            <a:r>
              <a:rPr lang="zh-CN" altLang="en-US">
                <a:latin typeface="+mn-ea"/>
                <a:sym typeface="+mn-ea"/>
              </a:rPr>
              <a:t>类会议为主。在前期的研究工作中，我们已经有一篇论文</a:t>
            </a:r>
            <a:r>
              <a:rPr lang="zh-CN">
                <a:latin typeface="+mn-ea"/>
                <a:ea typeface="宋体" panose="02010600030101010101" pitchFamily="2" charset="-122"/>
                <a:sym typeface="+mn-ea"/>
              </a:rPr>
              <a:t>投稿</a:t>
            </a:r>
            <a:r>
              <a:rPr lang="en-US" altLang="zh-CN">
                <a:latin typeface="+mn-ea"/>
                <a:ea typeface="宋体" panose="02010600030101010101" pitchFamily="2" charset="-122"/>
                <a:sym typeface="+mn-ea"/>
              </a:rPr>
              <a:t>hotnets’23</a:t>
            </a:r>
            <a:r>
              <a:rPr lang="zh-CN" altLang="en-US">
                <a:latin typeface="+mn-ea"/>
                <a:sym typeface="+mn-ea"/>
              </a:rPr>
              <a:t>。</a:t>
            </a:r>
            <a:endParaRPr lang="zh-CN" altLang="en-US">
              <a:latin typeface="+mn-ea"/>
              <a:sym typeface="+mn-ea"/>
            </a:endParaRPr>
          </a:p>
          <a:p>
            <a:pPr indent="0" algn="l"/>
            <a:r>
              <a:rPr lang="zh-CN" altLang="en-US">
                <a:latin typeface="+mn-ea"/>
                <a:sym typeface="+mn-ea"/>
              </a:rPr>
              <a:t>在专利方面，我计划将我所设计与实现的自动化复现工作进行专利申请，分别申请软件著作权和发明专利各一份。</a:t>
            </a:r>
            <a:endParaRPr lang="zh-CN" altLang="en-US">
              <a:latin typeface="+mn-ea"/>
              <a:sym typeface="+mn-ea"/>
            </a:endParaRPr>
          </a:p>
          <a:p>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2A360DC6-E22D-4CFC-BC3E-15187D0A2DB7}"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FC953C7-F893-4DE8-A097-4DD7E89E8219}" type="slidenum">
              <a:rPr lang="zh-CN" altLang="en-US" smtClean="0"/>
            </a:fld>
            <a:endParaRPr lang="zh-CN" alt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5C5B6FD6-B4C9-4937-A68B-F56CA5DD7F2A}"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FC953C7-F893-4DE8-A097-4DD7E89E8219}" type="slidenum">
              <a:rPr lang="zh-CN" altLang="en-US" smtClean="0"/>
            </a:fld>
            <a:endParaRPr lang="zh-CN" alt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7EA11D6F-8B7E-40C8-AEFD-339AF7F63D60}"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FC953C7-F893-4DE8-A097-4DD7E89E8219}" type="slidenum">
              <a:rPr lang="zh-CN" altLang="en-US" smtClean="0"/>
            </a:fld>
            <a:endParaRPr lang="zh-CN" alt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8B6D115A-D02F-4A9B-A751-44E30DBE2DDA}"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FC953C7-F893-4DE8-A097-4DD7E89E8219}" type="slidenum">
              <a:rPr lang="zh-CN" altLang="en-US" smtClean="0"/>
            </a:fld>
            <a:endParaRPr lang="zh-CN" alt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476B1C27-2D91-4C66-915C-3867A7F3721C}" type="datetime1">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1FC953C7-F893-4DE8-A097-4DD7E89E8219}" type="slidenum">
              <a:rPr lang="zh-CN" altLang="en-US" smtClean="0"/>
            </a:fld>
            <a:endParaRPr lang="zh-CN" alt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250B9167-6DCB-4BAE-ABD5-814EEE43C8C8}" type="datetime1">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FC953C7-F893-4DE8-A097-4DD7E89E8219}" type="slidenum">
              <a:rPr lang="zh-CN" altLang="en-US" smtClean="0"/>
            </a:fld>
            <a:endParaRPr lang="zh-CN" alt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A7A96D9-E276-410E-98F5-093B72DF5BA1}" type="datetime1">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FC953C7-F893-4DE8-A097-4DD7E89E8219}" type="slidenum">
              <a:rPr lang="zh-CN" altLang="en-US" smtClean="0"/>
            </a:fld>
            <a:endParaRPr lang="zh-CN" alt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B0AAB6B2-4A8F-4360-AD44-8698E31CE020}"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FC953C7-F893-4DE8-A097-4DD7E89E8219}" type="slidenum">
              <a:rPr lang="zh-CN" altLang="en-US" smtClean="0"/>
            </a:fld>
            <a:endParaRPr lang="zh-CN" alt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D4D17F2-36E9-452B-B570-7DAE20FA3BC7}"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FC953C7-F893-4DE8-A097-4DD7E89E8219}" type="slidenum">
              <a:rPr lang="zh-CN" altLang="en-US" smtClean="0"/>
            </a:fld>
            <a:endParaRPr lang="zh-CN" alt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7C3D4EE-7CF5-4417-B019-C30CE9920DEE}"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FC953C7-F893-4DE8-A097-4DD7E89E8219}" type="slidenum">
              <a:rPr lang="zh-CN" altLang="en-US" smtClean="0"/>
            </a:fld>
            <a:endParaRPr lang="zh-CN" alt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79386B4C-E53C-4B37-B57C-3D64D2FCB872}"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FC953C7-F893-4DE8-A097-4DD7E89E8219}" type="slidenum">
              <a:rPr lang="zh-CN" altLang="en-US" smtClean="0"/>
            </a:fld>
            <a:endParaRPr lang="zh-CN" alt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Calibri" panose="020F0502020204030204" charset="0"/>
                <a:ea typeface="Calibri" panose="020F0502020204030204" charset="0"/>
                <a:cs typeface="Calibri" panose="020F0502020204030204" charset="0"/>
              </a:defRPr>
            </a:lvl1pPr>
          </a:lstStyle>
          <a:p>
            <a:fld id="{1A1328D7-470F-4A53-A201-11805EE18FE4}" type="datetime1">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Calibri" panose="020F0502020204030204" charset="0"/>
                <a:ea typeface="Calibri" panose="020F0502020204030204" charset="0"/>
                <a:cs typeface="Calibri" panose="020F0502020204030204" charset="0"/>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Calibri" panose="020F0502020204030204" charset="0"/>
                <a:ea typeface="Calibri" panose="020F0502020204030204" charset="0"/>
                <a:cs typeface="Calibri" panose="020F0502020204030204" charset="0"/>
              </a:defRPr>
            </a:lvl1pPr>
          </a:lstStyle>
          <a:p>
            <a:fld id="{1FC953C7-F893-4DE8-A097-4DD7E89E821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Calibri" panose="020F0502020204030204" charset="0"/>
          <a:ea typeface="Calibri" panose="020F0502020204030204" charset="0"/>
          <a:cs typeface="Calibri" panose="020F050202020403020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libri" panose="020F0502020204030204" charset="0"/>
          <a:ea typeface="Calibri" panose="020F0502020204030204" charset="0"/>
          <a:cs typeface="Calibri" panose="020F050202020403020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libri" panose="020F0502020204030204" charset="0"/>
          <a:ea typeface="Calibri" panose="020F0502020204030204" charset="0"/>
          <a:cs typeface="Calibri" panose="020F050202020403020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libri" panose="020F0502020204030204" charset="0"/>
          <a:ea typeface="Calibri" panose="020F0502020204030204" charset="0"/>
          <a:cs typeface="Calibri" panose="020F050202020403020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charset="0"/>
          <a:ea typeface="Calibri" panose="020F0502020204030204" charset="0"/>
          <a:cs typeface="Calibri" panose="020F050202020403020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charset="0"/>
          <a:ea typeface="Calibri" panose="020F0502020204030204" charset="0"/>
          <a:cs typeface="Calibri" panose="020F050202020403020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tiff"/></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2.xml"/><Relationship Id="rId4" Type="http://schemas.openxmlformats.org/officeDocument/2006/relationships/image" Target="../media/image1.tiff"/><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5.png"/><Relationship Id="rId7" Type="http://schemas.openxmlformats.org/officeDocument/2006/relationships/image" Target="../media/image4.png"/><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tags" Target="../tags/tag6.xml"/><Relationship Id="rId3" Type="http://schemas.openxmlformats.org/officeDocument/2006/relationships/tags" Target="../tags/tag5.xml"/><Relationship Id="rId2" Type="http://schemas.openxmlformats.org/officeDocument/2006/relationships/image" Target="../media/image1.tiff"/><Relationship Id="rId10" Type="http://schemas.openxmlformats.org/officeDocument/2006/relationships/notesSlide" Target="../notesSlides/notesSlide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3" Type="http://schemas.openxmlformats.org/officeDocument/2006/relationships/image" Target="../media/image1.tiff"/><Relationship Id="rId2" Type="http://schemas.openxmlformats.org/officeDocument/2006/relationships/tags" Target="../tags/tag8.xml"/><Relationship Id="rId1" Type="http://schemas.openxmlformats.org/officeDocument/2006/relationships/tags" Target="../tags/tag7.xml"/></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2.xml"/><Relationship Id="rId4" Type="http://schemas.openxmlformats.org/officeDocument/2006/relationships/image" Target="../media/image1.tiff"/><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tags" Target="../tags/tag9.xml"/></Relationships>
</file>

<file path=ppt/slides/_rels/slide6.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1.tiff"/><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1.tiff"/><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tags" Target="../tags/tag15.xml"/></Relationships>
</file>

<file path=ppt/slides/_rels/slide8.xml.rels><?xml version="1.0" encoding="UTF-8" standalone="yes"?>
<Relationships xmlns="http://schemas.openxmlformats.org/package/2006/relationships"><Relationship Id="rId9" Type="http://schemas.openxmlformats.org/officeDocument/2006/relationships/notesSlide" Target="../notesSlides/notesSlide8.xml"/><Relationship Id="rId8" Type="http://schemas.openxmlformats.org/officeDocument/2006/relationships/slideLayout" Target="../slideLayouts/slideLayout2.xml"/><Relationship Id="rId7" Type="http://schemas.openxmlformats.org/officeDocument/2006/relationships/image" Target="../media/image9.png"/><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1.tiff"/><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tags" Target="../tags/tag18.xml"/></Relationships>
</file>

<file path=ppt/slides/_rels/slide9.xml.rels><?xml version="1.0" encoding="UTF-8" standalone="yes"?>
<Relationships xmlns="http://schemas.openxmlformats.org/package/2006/relationships"><Relationship Id="rId9" Type="http://schemas.openxmlformats.org/officeDocument/2006/relationships/notesSlide" Target="../notesSlides/notesSlide9.xml"/><Relationship Id="rId8" Type="http://schemas.openxmlformats.org/officeDocument/2006/relationships/slideLayout" Target="../slideLayouts/slideLayout2.xml"/><Relationship Id="rId7" Type="http://schemas.openxmlformats.org/officeDocument/2006/relationships/image" Target="../media/image12.png"/><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1.tiff"/><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2.xml"/><Relationship Id="rId4" Type="http://schemas.openxmlformats.org/officeDocument/2006/relationships/image" Target="../media/image1.tiff"/><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tags" Target="../tags/tag24.xml"/></Relationships>
</file>

<file path=ppt/slides/_rels/slide11.xml.rels><?xml version="1.0" encoding="UTF-8" standalone="yes"?>
<Relationships xmlns="http://schemas.openxmlformats.org/package/2006/relationships"><Relationship Id="rId9" Type="http://schemas.openxmlformats.org/officeDocument/2006/relationships/tags" Target="../tags/tag34.xml"/><Relationship Id="rId8" Type="http://schemas.openxmlformats.org/officeDocument/2006/relationships/tags" Target="../tags/tag33.xml"/><Relationship Id="rId7" Type="http://schemas.openxmlformats.org/officeDocument/2006/relationships/tags" Target="../tags/tag32.x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image" Target="../media/image1.tiff"/><Relationship Id="rId3" Type="http://schemas.openxmlformats.org/officeDocument/2006/relationships/tags" Target="../tags/tag29.xml"/><Relationship Id="rId24" Type="http://schemas.openxmlformats.org/officeDocument/2006/relationships/notesSlide" Target="../notesSlides/notesSlide11.xml"/><Relationship Id="rId23" Type="http://schemas.openxmlformats.org/officeDocument/2006/relationships/slideLayout" Target="../slideLayouts/slideLayout2.xml"/><Relationship Id="rId22" Type="http://schemas.openxmlformats.org/officeDocument/2006/relationships/tags" Target="../tags/tag47.xml"/><Relationship Id="rId21" Type="http://schemas.openxmlformats.org/officeDocument/2006/relationships/tags" Target="../tags/tag46.xml"/><Relationship Id="rId20" Type="http://schemas.openxmlformats.org/officeDocument/2006/relationships/tags" Target="../tags/tag45.xml"/><Relationship Id="rId2" Type="http://schemas.openxmlformats.org/officeDocument/2006/relationships/tags" Target="../tags/tag28.xml"/><Relationship Id="rId19" Type="http://schemas.openxmlformats.org/officeDocument/2006/relationships/tags" Target="../tags/tag44.xml"/><Relationship Id="rId18" Type="http://schemas.openxmlformats.org/officeDocument/2006/relationships/tags" Target="../tags/tag43.xml"/><Relationship Id="rId17" Type="http://schemas.openxmlformats.org/officeDocument/2006/relationships/tags" Target="../tags/tag42.xml"/><Relationship Id="rId16" Type="http://schemas.openxmlformats.org/officeDocument/2006/relationships/tags" Target="../tags/tag41.xml"/><Relationship Id="rId15" Type="http://schemas.openxmlformats.org/officeDocument/2006/relationships/tags" Target="../tags/tag40.xml"/><Relationship Id="rId14" Type="http://schemas.openxmlformats.org/officeDocument/2006/relationships/tags" Target="../tags/tag39.xml"/><Relationship Id="rId13" Type="http://schemas.openxmlformats.org/officeDocument/2006/relationships/tags" Target="../tags/tag38.xml"/><Relationship Id="rId12" Type="http://schemas.openxmlformats.org/officeDocument/2006/relationships/tags" Target="../tags/tag37.xml"/><Relationship Id="rId11" Type="http://schemas.openxmlformats.org/officeDocument/2006/relationships/tags" Target="../tags/tag36.xml"/><Relationship Id="rId10" Type="http://schemas.openxmlformats.org/officeDocument/2006/relationships/tags" Target="../tags/tag35.xml"/><Relationship Id="rId1" Type="http://schemas.openxmlformats.org/officeDocument/2006/relationships/tags" Target="../tags/tag27.xml"/></Relationships>
</file>

<file path=ppt/slides/_rels/slide12.xml.rels><?xml version="1.0" encoding="UTF-8" standalone="yes"?>
<Relationships xmlns="http://schemas.openxmlformats.org/package/2006/relationships"><Relationship Id="rId7" Type="http://schemas.openxmlformats.org/officeDocument/2006/relationships/notesSlide" Target="../notesSlides/notesSlide12.xml"/><Relationship Id="rId6"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tiff"/><Relationship Id="rId3" Type="http://schemas.openxmlformats.org/officeDocument/2006/relationships/tags" Target="../tags/tag50.xml"/><Relationship Id="rId2" Type="http://schemas.openxmlformats.org/officeDocument/2006/relationships/tags" Target="../tags/tag49.xml"/><Relationship Id="rId1" Type="http://schemas.openxmlformats.org/officeDocument/2006/relationships/tags" Target="../tags/tag48.xml"/></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2.xml"/><Relationship Id="rId4" Type="http://schemas.openxmlformats.org/officeDocument/2006/relationships/image" Target="../media/image1.tiff"/><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tags" Target="../tags/tag51.xml"/></Relationships>
</file>

<file path=ppt/slides/_rels/slide14.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5.png"/><Relationship Id="rId7" Type="http://schemas.openxmlformats.org/officeDocument/2006/relationships/image" Target="../media/image3.png"/><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tiff"/><Relationship Id="rId3" Type="http://schemas.openxmlformats.org/officeDocument/2006/relationships/tags" Target="../tags/tag56.xml"/><Relationship Id="rId2" Type="http://schemas.openxmlformats.org/officeDocument/2006/relationships/tags" Target="../tags/tag55.xml"/><Relationship Id="rId10" Type="http://schemas.openxmlformats.org/officeDocument/2006/relationships/notesSlide" Target="../notesSlides/notesSlide14.xml"/><Relationship Id="rId1" Type="http://schemas.openxmlformats.org/officeDocument/2006/relationships/tags" Target="../tags/tag54.xml"/></Relationships>
</file>

<file path=ppt/slides/_rels/slide15.xml.rels><?xml version="1.0" encoding="UTF-8" standalone="yes"?>
<Relationships xmlns="http://schemas.openxmlformats.org/package/2006/relationships"><Relationship Id="rId9" Type="http://schemas.openxmlformats.org/officeDocument/2006/relationships/image" Target="../media/image18.png"/><Relationship Id="rId8" Type="http://schemas.openxmlformats.org/officeDocument/2006/relationships/image" Target="../media/image17.png"/><Relationship Id="rId7" Type="http://schemas.openxmlformats.org/officeDocument/2006/relationships/image" Target="../media/image16.png"/><Relationship Id="rId6" Type="http://schemas.openxmlformats.org/officeDocument/2006/relationships/image" Target="../media/image15.png"/><Relationship Id="rId5" Type="http://schemas.openxmlformats.org/officeDocument/2006/relationships/image" Target="../media/image5.png"/><Relationship Id="rId4" Type="http://schemas.openxmlformats.org/officeDocument/2006/relationships/image" Target="../media/image1.tiff"/><Relationship Id="rId3" Type="http://schemas.openxmlformats.org/officeDocument/2006/relationships/tags" Target="../tags/tag59.xml"/><Relationship Id="rId2" Type="http://schemas.openxmlformats.org/officeDocument/2006/relationships/tags" Target="../tags/tag58.xml"/><Relationship Id="rId12" Type="http://schemas.openxmlformats.org/officeDocument/2006/relationships/notesSlide" Target="../notesSlides/notesSlide15.xml"/><Relationship Id="rId11" Type="http://schemas.openxmlformats.org/officeDocument/2006/relationships/slideLayout" Target="../slideLayouts/slideLayout2.xml"/><Relationship Id="rId10" Type="http://schemas.openxmlformats.org/officeDocument/2006/relationships/image" Target="../media/image19.png"/><Relationship Id="rId1" Type="http://schemas.openxmlformats.org/officeDocument/2006/relationships/tags" Target="../tags/tag57.xml"/></Relationships>
</file>

<file path=ppt/slides/_rels/slide16.xml.rels><?xml version="1.0" encoding="UTF-8" standalone="yes"?>
<Relationships xmlns="http://schemas.openxmlformats.org/package/2006/relationships"><Relationship Id="rId8" Type="http://schemas.openxmlformats.org/officeDocument/2006/relationships/notesSlide" Target="../notesSlides/notesSlide16.xml"/><Relationship Id="rId7"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5.png"/><Relationship Id="rId4" Type="http://schemas.openxmlformats.org/officeDocument/2006/relationships/image" Target="../media/image1.tiff"/><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tags" Target="../tags/tag60.xml"/></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2.xml"/><Relationship Id="rId4" Type="http://schemas.openxmlformats.org/officeDocument/2006/relationships/image" Target="../media/image1.tiff"/><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2.xml"/><Relationship Id="rId3" Type="http://schemas.openxmlformats.org/officeDocument/2006/relationships/image" Target="../media/image1.tiff"/><Relationship Id="rId2" Type="http://schemas.openxmlformats.org/officeDocument/2006/relationships/tags" Target="../tags/tag67.xml"/><Relationship Id="rId1" Type="http://schemas.openxmlformats.org/officeDocument/2006/relationships/tags" Target="../tags/tag66.xml"/></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2.xml"/><Relationship Id="rId3" Type="http://schemas.openxmlformats.org/officeDocument/2006/relationships/image" Target="../media/image1.tiff"/><Relationship Id="rId2" Type="http://schemas.openxmlformats.org/officeDocument/2006/relationships/tags" Target="../tags/tag69.xml"/><Relationship Id="rId1" Type="http://schemas.openxmlformats.org/officeDocument/2006/relationships/tags" Target="../tags/tag68.xml"/></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20.xml"/><Relationship Id="rId5" Type="http://schemas.openxmlformats.org/officeDocument/2006/relationships/slideLayout" Target="../slideLayouts/slideLayout2.xml"/><Relationship Id="rId4" Type="http://schemas.openxmlformats.org/officeDocument/2006/relationships/image" Target="../media/image1.tiff"/><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tags" Target="../tags/tag70.xml"/></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2.xml"/><Relationship Id="rId3" Type="http://schemas.openxmlformats.org/officeDocument/2006/relationships/image" Target="../media/image1.tiff"/><Relationship Id="rId2" Type="http://schemas.openxmlformats.org/officeDocument/2006/relationships/tags" Target="../tags/tag74.xml"/><Relationship Id="rId1" Type="http://schemas.openxmlformats.org/officeDocument/2006/relationships/tags" Target="../tags/tag73.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tags" Target="../tags/tag7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818005" y="3813810"/>
            <a:ext cx="8959850" cy="1086485"/>
          </a:xfrm>
        </p:spPr>
        <p:txBody>
          <a:bodyPr>
            <a:noAutofit/>
          </a:bodyPr>
          <a:lstStyle/>
          <a:p>
            <a:r>
              <a:rPr lang="en-US" altLang="zh-CN" sz="3600" dirty="0"/>
              <a:t>Automatic Reproduction of Systems</a:t>
            </a:r>
            <a:br>
              <a:rPr lang="en-US" altLang="zh-CN" sz="3600" dirty="0"/>
            </a:br>
            <a:r>
              <a:rPr lang="en-US" altLang="zh-CN" sz="3600" dirty="0"/>
              <a:t>Using Large Language Models</a:t>
            </a:r>
            <a:endParaRPr lang="en-US" altLang="zh-CN" sz="3600" dirty="0"/>
          </a:p>
        </p:txBody>
      </p:sp>
      <p:sp>
        <p:nvSpPr>
          <p:cNvPr id="5" name="文本框 4"/>
          <p:cNvSpPr txBox="1"/>
          <p:nvPr/>
        </p:nvSpPr>
        <p:spPr>
          <a:xfrm>
            <a:off x="2357755" y="2800350"/>
            <a:ext cx="8156575" cy="768350"/>
          </a:xfrm>
          <a:prstGeom prst="rect">
            <a:avLst/>
          </a:prstGeom>
          <a:noFill/>
        </p:spPr>
        <p:txBody>
          <a:bodyPr wrap="square" rtlCol="0" anchor="t">
            <a:spAutoFit/>
          </a:bodyPr>
          <a:lstStyle/>
          <a:p>
            <a:r>
              <a:rPr lang="zh-CN" altLang="en-US" sz="4400" b="1">
                <a:latin typeface="微软雅黑" panose="020B0503020204020204" charset="-122"/>
                <a:ea typeface="微软雅黑" panose="020B0503020204020204" charset="-122"/>
              </a:rPr>
              <a:t>基于大语言模型的系统自动复现</a:t>
            </a:r>
            <a:endParaRPr lang="zh-CN" altLang="en-US" sz="4400" b="1">
              <a:latin typeface="微软雅黑" panose="020B0503020204020204" charset="-122"/>
              <a:ea typeface="微软雅黑" panose="020B0503020204020204" charset="-122"/>
            </a:endParaRPr>
          </a:p>
        </p:txBody>
      </p:sp>
      <p:pic>
        <p:nvPicPr>
          <p:cNvPr id="7" name="Picture 10"/>
          <p:cNvPicPr>
            <a:picLocks noChangeAspect="1"/>
          </p:cNvPicPr>
          <p:nvPr/>
        </p:nvPicPr>
        <p:blipFill rotWithShape="1">
          <a:blip r:embed="rId1"/>
          <a:srcRect l="8223" t="13501" r="8923" b="12656"/>
          <a:stretch>
            <a:fillRect/>
          </a:stretch>
        </p:blipFill>
        <p:spPr>
          <a:xfrm>
            <a:off x="3719795" y="826135"/>
            <a:ext cx="4564380" cy="1586230"/>
          </a:xfrm>
          <a:prstGeom prst="rect">
            <a:avLst/>
          </a:prstGeom>
        </p:spPr>
      </p:pic>
      <p:sp>
        <p:nvSpPr>
          <p:cNvPr id="6" name="文本框 5"/>
          <p:cNvSpPr txBox="1"/>
          <p:nvPr/>
        </p:nvSpPr>
        <p:spPr>
          <a:xfrm>
            <a:off x="4538663" y="4992370"/>
            <a:ext cx="3113405" cy="1383665"/>
          </a:xfrm>
          <a:prstGeom prst="rect">
            <a:avLst/>
          </a:prstGeom>
          <a:noFill/>
        </p:spPr>
        <p:txBody>
          <a:bodyPr wrap="none" rtlCol="0" anchor="ctr" anchorCtr="0">
            <a:spAutoFit/>
          </a:bodyPr>
          <a:lstStyle/>
          <a:p>
            <a:pPr algn="ctr"/>
            <a:r>
              <a:rPr lang="en-US" altLang="zh-CN" sz="2800">
                <a:latin typeface="Calibri" panose="020F0502020204030204" charset="0"/>
                <a:cs typeface="Calibri" panose="020F0502020204030204" charset="0"/>
              </a:rPr>
              <a:t>Presenter: Yuling Lin</a:t>
            </a:r>
            <a:endParaRPr lang="en-US" altLang="zh-CN" sz="2800">
              <a:latin typeface="Calibri" panose="020F0502020204030204" charset="0"/>
              <a:cs typeface="Calibri" panose="020F0502020204030204" charset="0"/>
            </a:endParaRPr>
          </a:p>
          <a:p>
            <a:pPr algn="ctr"/>
            <a:r>
              <a:rPr lang="en-US" altLang="zh-CN" sz="2800">
                <a:latin typeface="Calibri" panose="020F0502020204030204" charset="0"/>
                <a:cs typeface="Calibri" panose="020F0502020204030204" charset="0"/>
              </a:rPr>
              <a:t>Mentor: Qiao Xiang</a:t>
            </a:r>
            <a:endParaRPr lang="en-US" altLang="zh-CN" sz="2800">
              <a:latin typeface="Calibri" panose="020F0502020204030204" charset="0"/>
              <a:cs typeface="Calibri" panose="020F0502020204030204" charset="0"/>
            </a:endParaRPr>
          </a:p>
          <a:p>
            <a:pPr algn="ctr"/>
            <a:r>
              <a:rPr lang="en-US" altLang="zh-CN" sz="2800">
                <a:latin typeface="Calibri" panose="020F0502020204030204" charset="0"/>
                <a:cs typeface="Calibri" panose="020F0502020204030204" charset="0"/>
              </a:rPr>
              <a:t>2023.08.28</a:t>
            </a:r>
            <a:endParaRPr lang="en-US" altLang="zh-CN" sz="2800">
              <a:latin typeface="Calibri" panose="020F0502020204030204" charset="0"/>
              <a:cs typeface="Calibri" panose="020F050202020403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8963025" y="6356350"/>
            <a:ext cx="2743200" cy="365125"/>
          </a:xfrm>
        </p:spPr>
        <p:txBody>
          <a:bodyPr/>
          <a:lstStyle/>
          <a:p>
            <a:fld id="{1FC953C7-F893-4DE8-A097-4DD7E89E8219}" type="slidenum">
              <a:rPr lang="zh-CN" altLang="en-US" smtClean="0"/>
            </a:fld>
            <a:endParaRPr lang="zh-CN" altLang="en-US"/>
          </a:p>
        </p:txBody>
      </p:sp>
      <p:sp>
        <p:nvSpPr>
          <p:cNvPr id="5" name="任意多边形 7"/>
          <p:cNvSpPr/>
          <p:nvPr>
            <p:custDataLst>
              <p:tags r:id="rId1"/>
            </p:custDataLst>
          </p:nvPr>
        </p:nvSpPr>
        <p:spPr>
          <a:xfrm flipV="1">
            <a:off x="543235" y="922509"/>
            <a:ext cx="1140523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14098">
              <a:alpha val="9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a:solidFill>
                <a:srgbClr val="014098"/>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6" name="任意多边形 8"/>
          <p:cNvSpPr/>
          <p:nvPr>
            <p:custDataLst>
              <p:tags r:id="rId2"/>
            </p:custDataLst>
          </p:nvPr>
        </p:nvSpPr>
        <p:spPr>
          <a:xfrm>
            <a:off x="7297" y="616980"/>
            <a:ext cx="410536" cy="381886"/>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140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dirty="0">
              <a:solidFill>
                <a:srgbClr val="7EC234"/>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7" name="Title 1"/>
          <p:cNvSpPr txBox="1"/>
          <p:nvPr/>
        </p:nvSpPr>
        <p:spPr>
          <a:xfrm>
            <a:off x="621665" y="428625"/>
            <a:ext cx="10414635" cy="379730"/>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defRPr/>
            </a:pPr>
            <a:r>
              <a:rPr lang="en-US" altLang="zh-CN" sz="3600" b="1" dirty="0">
                <a:solidFill>
                  <a:srgbClr val="014098"/>
                </a:solidFill>
                <a:latin typeface="Calibri" panose="020F0502020204030204" charset="0"/>
                <a:ea typeface="Calibri" panose="020F0502020204030204" charset="0"/>
                <a:cs typeface="Calibri" panose="020F0502020204030204" charset="0"/>
                <a:sym typeface="+mn-ea"/>
              </a:rPr>
              <a:t>Contents</a:t>
            </a:r>
            <a:endParaRPr lang="en-US" altLang="zh-CN" sz="3600" b="1" dirty="0">
              <a:solidFill>
                <a:srgbClr val="014098"/>
              </a:solidFill>
              <a:latin typeface="Calibri" panose="020F0502020204030204" charset="0"/>
              <a:ea typeface="Calibri" panose="020F0502020204030204" charset="0"/>
              <a:cs typeface="Calibri" panose="020F0502020204030204" charset="0"/>
              <a:sym typeface="+mn-ea"/>
            </a:endParaRPr>
          </a:p>
        </p:txBody>
      </p:sp>
      <p:pic>
        <p:nvPicPr>
          <p:cNvPr id="9" name="Picture 10"/>
          <p:cNvPicPr>
            <a:picLocks noChangeAspect="1"/>
          </p:cNvPicPr>
          <p:nvPr>
            <p:custDataLst>
              <p:tags r:id="rId3"/>
            </p:custDataLst>
          </p:nvPr>
        </p:nvPicPr>
        <p:blipFill>
          <a:blip r:embed="rId4"/>
          <a:stretch>
            <a:fillRect/>
          </a:stretch>
        </p:blipFill>
        <p:spPr>
          <a:xfrm>
            <a:off x="9886209" y="118756"/>
            <a:ext cx="2062261" cy="803753"/>
          </a:xfrm>
          <a:prstGeom prst="rect">
            <a:avLst/>
          </a:prstGeom>
        </p:spPr>
      </p:pic>
      <p:sp>
        <p:nvSpPr>
          <p:cNvPr id="3" name="文本框 2"/>
          <p:cNvSpPr txBox="1"/>
          <p:nvPr/>
        </p:nvSpPr>
        <p:spPr>
          <a:xfrm>
            <a:off x="1279525" y="1507490"/>
            <a:ext cx="3665855" cy="4030980"/>
          </a:xfrm>
          <a:prstGeom prst="rect">
            <a:avLst/>
          </a:prstGeom>
          <a:noFill/>
        </p:spPr>
        <p:txBody>
          <a:bodyPr wrap="square" rtlCol="0">
            <a:spAutoFit/>
          </a:bodyPr>
          <a:lstStyle/>
          <a:p>
            <a:pPr marL="457200" indent="-457200" algn="l">
              <a:buFont typeface="Wingdings" panose="05000000000000000000" charset="0"/>
              <a:buChar char="Ø"/>
            </a:pPr>
            <a:r>
              <a:rPr lang="en-US" altLang="zh-CN" sz="3200"/>
              <a:t>Background   			</a:t>
            </a:r>
            <a:endParaRPr lang="en-US" altLang="zh-CN" sz="3200"/>
          </a:p>
          <a:p>
            <a:pPr marL="457200" indent="-457200" algn="l">
              <a:buFont typeface="Wingdings" panose="05000000000000000000" charset="0"/>
              <a:buChar char="Ø"/>
            </a:pPr>
            <a:r>
              <a:rPr lang="en-US" altLang="zh-CN" sz="3200"/>
              <a:t>Goal 					</a:t>
            </a:r>
            <a:endParaRPr lang="en-US" altLang="zh-CN" sz="3200"/>
          </a:p>
          <a:p>
            <a:pPr marL="457200" indent="-457200" algn="l">
              <a:buFont typeface="Wingdings" panose="05000000000000000000" charset="0"/>
              <a:buChar char="Ø"/>
            </a:pPr>
            <a:r>
              <a:rPr lang="en-US" sz="3200" dirty="0">
                <a:latin typeface="Calibri" panose="020F0502020204030204" charset="0"/>
                <a:cs typeface="Calibri" panose="020F0502020204030204" charset="0"/>
                <a:sym typeface="+mn-ea"/>
              </a:rPr>
              <a:t>Schedule 					</a:t>
            </a:r>
            <a:endParaRPr lang="en-US" sz="3200" dirty="0">
              <a:latin typeface="Calibri" panose="020F0502020204030204" charset="0"/>
              <a:cs typeface="Calibri" panose="020F0502020204030204" charset="0"/>
              <a:sym typeface="+mn-ea"/>
            </a:endParaRPr>
          </a:p>
          <a:p>
            <a:pPr algn="l"/>
            <a:endParaRPr lang="en-US" altLang="zh-CN" sz="3200"/>
          </a:p>
        </p:txBody>
      </p:sp>
      <p:sp>
        <p:nvSpPr>
          <p:cNvPr id="122" name="文本框 121"/>
          <p:cNvSpPr txBox="1"/>
          <p:nvPr/>
        </p:nvSpPr>
        <p:spPr>
          <a:xfrm>
            <a:off x="6843395" y="1507490"/>
            <a:ext cx="2740025" cy="3107690"/>
          </a:xfrm>
          <a:prstGeom prst="rect">
            <a:avLst/>
          </a:prstGeom>
          <a:noFill/>
        </p:spPr>
        <p:txBody>
          <a:bodyPr wrap="none" rtlCol="0" anchor="t">
            <a:spAutoFit/>
          </a:bodyPr>
          <a:lstStyle/>
          <a:p>
            <a:pPr marL="457200" indent="-457200" algn="l">
              <a:buClrTx/>
              <a:buSzTx/>
              <a:buFont typeface="Wingdings" panose="05000000000000000000" charset="0"/>
              <a:buChar char="Ø"/>
            </a:pPr>
            <a:r>
              <a:rPr lang="en-US" altLang="zh-CN" sz="3200">
                <a:sym typeface="+mn-ea"/>
              </a:rPr>
              <a:t>Motivation</a:t>
            </a:r>
            <a:endParaRPr lang="en-US" altLang="zh-CN" sz="3200">
              <a:sym typeface="+mn-ea"/>
            </a:endParaRPr>
          </a:p>
          <a:p>
            <a:pPr marL="457200" indent="-457200" algn="l">
              <a:buClrTx/>
              <a:buSzTx/>
              <a:buFont typeface="Wingdings" panose="05000000000000000000" charset="0"/>
              <a:buChar char="Ø"/>
            </a:pPr>
            <a:endParaRPr lang="en-US" altLang="zh-CN" sz="3200">
              <a:sym typeface="+mn-ea"/>
            </a:endParaRPr>
          </a:p>
          <a:p>
            <a:pPr marL="457200" indent="-457200" algn="l">
              <a:buClrTx/>
              <a:buSzTx/>
              <a:buFont typeface="Wingdings" panose="05000000000000000000" charset="0"/>
              <a:buChar char="Ø"/>
            </a:pPr>
            <a:r>
              <a:rPr lang="en-US" altLang="zh-CN" sz="3200">
                <a:sym typeface="+mn-ea"/>
              </a:rPr>
              <a:t>Feasibility</a:t>
            </a:r>
            <a:endParaRPr lang="en-US" altLang="zh-CN" sz="3200">
              <a:sym typeface="+mn-ea"/>
            </a:endParaRPr>
          </a:p>
          <a:p>
            <a:pPr marL="457200" indent="-457200" algn="l">
              <a:buClrTx/>
              <a:buSzTx/>
              <a:buFont typeface="Wingdings" panose="05000000000000000000" charset="0"/>
              <a:buChar char="Ø"/>
            </a:pPr>
            <a:endParaRPr lang="en-US" altLang="zh-CN" sz="3200">
              <a:sym typeface="+mn-ea"/>
            </a:endParaRPr>
          </a:p>
          <a:p>
            <a:pPr marL="457200" indent="-457200" algn="l">
              <a:buClrTx/>
              <a:buSzTx/>
              <a:buFont typeface="Wingdings" panose="05000000000000000000" charset="0"/>
              <a:buChar char="Ø"/>
            </a:pPr>
            <a:r>
              <a:rPr lang="en-US" altLang="zh-CN" sz="3200">
                <a:sym typeface="+mn-ea"/>
              </a:rPr>
              <a:t>Expectations</a:t>
            </a:r>
            <a:endParaRPr lang="en-US" altLang="zh-CN" sz="3200">
              <a:sym typeface="+mn-ea"/>
            </a:endParaRPr>
          </a:p>
          <a:p>
            <a:pPr marL="457200" indent="-457200" algn="l">
              <a:buFont typeface="Wingdings" panose="05000000000000000000" charset="0"/>
              <a:buChar char="Ø"/>
            </a:pPr>
            <a:endParaRPr lang="en-US" dirty="0">
              <a:latin typeface="Calibri" panose="020F0502020204030204" charset="0"/>
              <a:cs typeface="Calibri" panose="020F0502020204030204" charset="0"/>
              <a:sym typeface="+mn-ea"/>
            </a:endParaRPr>
          </a:p>
          <a:p>
            <a:pPr marL="457200" indent="-457200" algn="l">
              <a:buFont typeface="Wingdings" panose="05000000000000000000" charset="0"/>
              <a:buChar char="Ø"/>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0" end="0"/>
                                            </p:txEl>
                                          </p:spTgt>
                                        </p:tgtEl>
                                        <p:attrNameLst>
                                          <p:attrName>style.color</p:attrName>
                                        </p:attrNameLst>
                                      </p:cBhvr>
                                      <p:to>
                                        <p:clrVal>
                                          <a:schemeClr val="accent2"/>
                                        </p:clrVal>
                                      </p:to>
                                    </p:set>
                                    <p:set>
                                      <p:cBhvr>
                                        <p:cTn id="7" dur="500" fill="hold"/>
                                        <p:tgtEl>
                                          <p:spTgt spid="3">
                                            <p:txEl>
                                              <p:pRg st="0" end="0"/>
                                            </p:txEl>
                                          </p:spTgt>
                                        </p:tgtEl>
                                        <p:attrNameLst>
                                          <p:attrName>fillcolor</p:attrName>
                                        </p:attrNameLst>
                                      </p:cBhvr>
                                      <p:to>
                                        <p:clrVal>
                                          <a:schemeClr val="accent2"/>
                                        </p:clrVal>
                                      </p:to>
                                    </p:set>
                                    <p:set>
                                      <p:cBhvr>
                                        <p:cTn id="8" dur="500" fill="hold"/>
                                        <p:tgtEl>
                                          <p:spTgt spid="3">
                                            <p:txEl>
                                              <p:pRg st="0" end="0"/>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581660" y="337185"/>
            <a:ext cx="9343390" cy="379730"/>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defRPr/>
            </a:pPr>
            <a:r>
              <a:rPr lang="en-US" altLang="zh-CN" sz="3600" b="1" dirty="0">
                <a:solidFill>
                  <a:srgbClr val="014098"/>
                </a:solidFill>
                <a:latin typeface="Calibri" panose="020F0502020204030204" charset="0"/>
                <a:ea typeface="Calibri" panose="020F0502020204030204" charset="0"/>
                <a:cs typeface="Calibri" panose="020F0502020204030204" charset="0"/>
                <a:sym typeface="+mn-ea"/>
              </a:rPr>
              <a:t>Background</a:t>
            </a:r>
            <a:endParaRPr lang="en-US" altLang="zh-CN" sz="3600" b="1" dirty="0">
              <a:solidFill>
                <a:srgbClr val="014098"/>
              </a:solidFill>
              <a:latin typeface="Calibri" panose="020F0502020204030204" charset="0"/>
              <a:ea typeface="Calibri" panose="020F0502020204030204" charset="0"/>
              <a:cs typeface="Calibri" panose="020F0502020204030204" charset="0"/>
              <a:sym typeface="+mn-ea"/>
            </a:endParaRPr>
          </a:p>
        </p:txBody>
      </p:sp>
      <p:pic>
        <p:nvPicPr>
          <p:cNvPr id="9" name="Picture 10"/>
          <p:cNvPicPr>
            <a:picLocks noChangeAspect="1"/>
          </p:cNvPicPr>
          <p:nvPr>
            <p:custDataLst>
              <p:tags r:id="rId1"/>
            </p:custDataLst>
          </p:nvPr>
        </p:nvPicPr>
        <p:blipFill>
          <a:blip r:embed="rId2"/>
          <a:stretch>
            <a:fillRect/>
          </a:stretch>
        </p:blipFill>
        <p:spPr>
          <a:xfrm>
            <a:off x="9886209" y="118756"/>
            <a:ext cx="2062261" cy="803753"/>
          </a:xfrm>
          <a:prstGeom prst="rect">
            <a:avLst/>
          </a:prstGeom>
        </p:spPr>
      </p:pic>
      <p:sp>
        <p:nvSpPr>
          <p:cNvPr id="8" name="任意多边形 7"/>
          <p:cNvSpPr/>
          <p:nvPr>
            <p:custDataLst>
              <p:tags r:id="rId3"/>
            </p:custDataLst>
          </p:nvPr>
        </p:nvSpPr>
        <p:spPr>
          <a:xfrm flipV="1">
            <a:off x="536885" y="871074"/>
            <a:ext cx="1140523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14098">
              <a:alpha val="9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a:solidFill>
                <a:srgbClr val="014098"/>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15" name="任意多边形 8"/>
          <p:cNvSpPr/>
          <p:nvPr>
            <p:custDataLst>
              <p:tags r:id="rId4"/>
            </p:custDataLst>
          </p:nvPr>
        </p:nvSpPr>
        <p:spPr>
          <a:xfrm>
            <a:off x="947" y="565545"/>
            <a:ext cx="410536" cy="381886"/>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140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dirty="0">
              <a:solidFill>
                <a:srgbClr val="7EC234"/>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16" name="文本框 15"/>
          <p:cNvSpPr txBox="1"/>
          <p:nvPr/>
        </p:nvSpPr>
        <p:spPr>
          <a:xfrm>
            <a:off x="581660" y="1375410"/>
            <a:ext cx="11398250" cy="829945"/>
          </a:xfrm>
          <a:prstGeom prst="rect">
            <a:avLst/>
          </a:prstGeom>
          <a:noFill/>
        </p:spPr>
        <p:txBody>
          <a:bodyPr wrap="square" rtlCol="0" anchor="t">
            <a:spAutoFit/>
          </a:bodyPr>
          <a:lstStyle/>
          <a:p>
            <a:r>
              <a:rPr lang="zh-CN" altLang="en-US" sz="2400" b="1"/>
              <a:t>Reproducing research results</a:t>
            </a:r>
            <a:r>
              <a:rPr lang="zh-CN" altLang="en-US" sz="2400"/>
              <a:t> in the networking community is important for both academia and industry.</a:t>
            </a:r>
            <a:endParaRPr lang="zh-CN" altLang="en-US" sz="2400"/>
          </a:p>
        </p:txBody>
      </p:sp>
      <p:pic>
        <p:nvPicPr>
          <p:cNvPr id="17" name="图片 16" descr="论文题目"/>
          <p:cNvPicPr>
            <a:picLocks noChangeAspect="1"/>
          </p:cNvPicPr>
          <p:nvPr/>
        </p:nvPicPr>
        <p:blipFill>
          <a:blip r:embed="rId5"/>
          <a:stretch>
            <a:fillRect/>
          </a:stretch>
        </p:blipFill>
        <p:spPr>
          <a:xfrm>
            <a:off x="2281555" y="4993005"/>
            <a:ext cx="1136650" cy="1136650"/>
          </a:xfrm>
          <a:prstGeom prst="rect">
            <a:avLst/>
          </a:prstGeom>
        </p:spPr>
      </p:pic>
      <p:sp>
        <p:nvSpPr>
          <p:cNvPr id="18" name="文本框 17"/>
          <p:cNvSpPr txBox="1"/>
          <p:nvPr/>
        </p:nvSpPr>
        <p:spPr>
          <a:xfrm>
            <a:off x="1962150" y="6257290"/>
            <a:ext cx="1774825" cy="398780"/>
          </a:xfrm>
          <a:prstGeom prst="rect">
            <a:avLst/>
          </a:prstGeom>
          <a:noFill/>
        </p:spPr>
        <p:txBody>
          <a:bodyPr wrap="none" rtlCol="0">
            <a:spAutoFit/>
          </a:bodyPr>
          <a:lstStyle/>
          <a:p>
            <a:r>
              <a:rPr lang="en-US" altLang="zh-CN" sz="2000"/>
              <a:t>Research paper</a:t>
            </a:r>
            <a:endParaRPr lang="en-US" altLang="zh-CN" sz="2000"/>
          </a:p>
        </p:txBody>
      </p:sp>
      <p:pic>
        <p:nvPicPr>
          <p:cNvPr id="19" name="图片 18" descr="用户"/>
          <p:cNvPicPr>
            <a:picLocks noChangeAspect="1"/>
          </p:cNvPicPr>
          <p:nvPr/>
        </p:nvPicPr>
        <p:blipFill>
          <a:blip r:embed="rId6"/>
          <a:stretch>
            <a:fillRect/>
          </a:stretch>
        </p:blipFill>
        <p:spPr>
          <a:xfrm>
            <a:off x="5283200" y="5027930"/>
            <a:ext cx="1323975" cy="1323975"/>
          </a:xfrm>
          <a:prstGeom prst="rect">
            <a:avLst/>
          </a:prstGeom>
        </p:spPr>
      </p:pic>
      <p:sp>
        <p:nvSpPr>
          <p:cNvPr id="21" name="右箭头 20"/>
          <p:cNvSpPr/>
          <p:nvPr/>
        </p:nvSpPr>
        <p:spPr>
          <a:xfrm>
            <a:off x="3969385" y="5466715"/>
            <a:ext cx="1257935" cy="373380"/>
          </a:xfrm>
          <a:prstGeom prst="rightArrow">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右箭头 22"/>
          <p:cNvSpPr/>
          <p:nvPr/>
        </p:nvSpPr>
        <p:spPr>
          <a:xfrm>
            <a:off x="6953885" y="5502910"/>
            <a:ext cx="1257935" cy="373380"/>
          </a:xfrm>
          <a:prstGeom prst="rightArrow">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p:cNvSpPr txBox="1"/>
          <p:nvPr/>
        </p:nvSpPr>
        <p:spPr>
          <a:xfrm>
            <a:off x="4077970" y="5027930"/>
            <a:ext cx="955675" cy="460375"/>
          </a:xfrm>
          <a:prstGeom prst="rect">
            <a:avLst/>
          </a:prstGeom>
          <a:noFill/>
        </p:spPr>
        <p:txBody>
          <a:bodyPr wrap="square" rtlCol="0">
            <a:spAutoFit/>
          </a:bodyPr>
          <a:lstStyle/>
          <a:p>
            <a:r>
              <a:rPr lang="en-US" altLang="zh-CN" sz="2400" b="1">
                <a:solidFill>
                  <a:schemeClr val="accent2"/>
                </a:solidFill>
              </a:rPr>
              <a:t>Read</a:t>
            </a:r>
            <a:endParaRPr lang="en-US" altLang="zh-CN" sz="2400" b="1">
              <a:solidFill>
                <a:schemeClr val="accent2"/>
              </a:solidFill>
            </a:endParaRPr>
          </a:p>
        </p:txBody>
      </p:sp>
      <p:sp>
        <p:nvSpPr>
          <p:cNvPr id="29" name="文本框 28"/>
          <p:cNvSpPr txBox="1"/>
          <p:nvPr/>
        </p:nvSpPr>
        <p:spPr>
          <a:xfrm>
            <a:off x="6685280" y="5027930"/>
            <a:ext cx="1806575" cy="460375"/>
          </a:xfrm>
          <a:prstGeom prst="rect">
            <a:avLst/>
          </a:prstGeom>
          <a:noFill/>
        </p:spPr>
        <p:txBody>
          <a:bodyPr wrap="square" rtlCol="0">
            <a:spAutoFit/>
          </a:bodyPr>
          <a:lstStyle/>
          <a:p>
            <a:r>
              <a:rPr lang="en-US" altLang="zh-CN" sz="2400" b="1">
                <a:solidFill>
                  <a:schemeClr val="accent2"/>
                </a:solidFill>
              </a:rPr>
              <a:t>Reproduce</a:t>
            </a:r>
            <a:endParaRPr lang="en-US" altLang="zh-CN" sz="2400" b="1">
              <a:solidFill>
                <a:schemeClr val="accent2"/>
              </a:solidFill>
            </a:endParaRPr>
          </a:p>
        </p:txBody>
      </p:sp>
      <p:pic>
        <p:nvPicPr>
          <p:cNvPr id="30" name="图片 29" descr="应用"/>
          <p:cNvPicPr>
            <a:picLocks noChangeAspect="1"/>
          </p:cNvPicPr>
          <p:nvPr/>
        </p:nvPicPr>
        <p:blipFill>
          <a:blip r:embed="rId7"/>
          <a:stretch>
            <a:fillRect/>
          </a:stretch>
        </p:blipFill>
        <p:spPr>
          <a:xfrm>
            <a:off x="8558530" y="4877435"/>
            <a:ext cx="1367155" cy="1367155"/>
          </a:xfrm>
          <a:prstGeom prst="rect">
            <a:avLst/>
          </a:prstGeom>
        </p:spPr>
      </p:pic>
      <p:sp>
        <p:nvSpPr>
          <p:cNvPr id="31" name="文本框 30"/>
          <p:cNvSpPr txBox="1"/>
          <p:nvPr/>
        </p:nvSpPr>
        <p:spPr>
          <a:xfrm>
            <a:off x="8783955" y="6263640"/>
            <a:ext cx="916305" cy="398780"/>
          </a:xfrm>
          <a:prstGeom prst="rect">
            <a:avLst/>
          </a:prstGeom>
          <a:noFill/>
        </p:spPr>
        <p:txBody>
          <a:bodyPr wrap="none" rtlCol="0">
            <a:spAutoFit/>
          </a:bodyPr>
          <a:lstStyle/>
          <a:p>
            <a:r>
              <a:rPr lang="en-US" altLang="zh-CN" sz="2000"/>
              <a:t>System</a:t>
            </a:r>
            <a:endParaRPr lang="en-US" altLang="zh-CN" sz="2000"/>
          </a:p>
        </p:txBody>
      </p:sp>
      <p:sp>
        <p:nvSpPr>
          <p:cNvPr id="33" name="文本框 32"/>
          <p:cNvSpPr txBox="1"/>
          <p:nvPr/>
        </p:nvSpPr>
        <p:spPr>
          <a:xfrm>
            <a:off x="2374900" y="3268345"/>
            <a:ext cx="11019790" cy="460375"/>
          </a:xfrm>
          <a:prstGeom prst="rect">
            <a:avLst/>
          </a:prstGeom>
          <a:noFill/>
        </p:spPr>
        <p:txBody>
          <a:bodyPr wrap="square" rtlCol="0" anchor="t">
            <a:spAutoFit/>
          </a:bodyPr>
          <a:lstStyle/>
          <a:p>
            <a:r>
              <a:rPr lang="zh-CN" altLang="en-US" sz="2400"/>
              <a:t>Promote product development</a:t>
            </a:r>
            <a:r>
              <a:rPr lang="en-US" altLang="zh-CN" sz="2400"/>
              <a:t> and </a:t>
            </a:r>
            <a:r>
              <a:rPr lang="zh-CN" altLang="en-US" sz="2400"/>
              <a:t>innovation</a:t>
            </a:r>
            <a:endParaRPr lang="zh-CN" altLang="en-US" sz="2400"/>
          </a:p>
        </p:txBody>
      </p:sp>
      <p:pic>
        <p:nvPicPr>
          <p:cNvPr id="34" name="图片 33" descr="对勾"/>
          <p:cNvPicPr>
            <a:picLocks noChangeAspect="1"/>
          </p:cNvPicPr>
          <p:nvPr/>
        </p:nvPicPr>
        <p:blipFill>
          <a:blip r:embed="rId8"/>
          <a:stretch>
            <a:fillRect/>
          </a:stretch>
        </p:blipFill>
        <p:spPr>
          <a:xfrm>
            <a:off x="1485900" y="2348230"/>
            <a:ext cx="631190" cy="631190"/>
          </a:xfrm>
          <a:prstGeom prst="rect">
            <a:avLst/>
          </a:prstGeom>
        </p:spPr>
      </p:pic>
      <p:pic>
        <p:nvPicPr>
          <p:cNvPr id="35" name="图片 34" descr="对勾"/>
          <p:cNvPicPr>
            <a:picLocks noChangeAspect="1"/>
          </p:cNvPicPr>
          <p:nvPr/>
        </p:nvPicPr>
        <p:blipFill>
          <a:blip r:embed="rId8"/>
          <a:stretch>
            <a:fillRect/>
          </a:stretch>
        </p:blipFill>
        <p:spPr>
          <a:xfrm>
            <a:off x="1480820" y="3183255"/>
            <a:ext cx="631190" cy="631190"/>
          </a:xfrm>
          <a:prstGeom prst="rect">
            <a:avLst/>
          </a:prstGeom>
        </p:spPr>
      </p:pic>
      <p:sp>
        <p:nvSpPr>
          <p:cNvPr id="36" name="文本框 35"/>
          <p:cNvSpPr txBox="1"/>
          <p:nvPr/>
        </p:nvSpPr>
        <p:spPr>
          <a:xfrm>
            <a:off x="2379980" y="2433320"/>
            <a:ext cx="4488815" cy="460375"/>
          </a:xfrm>
          <a:prstGeom prst="rect">
            <a:avLst/>
          </a:prstGeom>
          <a:noFill/>
        </p:spPr>
        <p:txBody>
          <a:bodyPr wrap="none" rtlCol="0">
            <a:spAutoFit/>
          </a:bodyPr>
          <a:lstStyle/>
          <a:p>
            <a:pPr algn="l"/>
            <a:r>
              <a:rPr lang="zh-CN" altLang="en-US" sz="2400"/>
              <a:t>Cultivating students' research skills</a:t>
            </a:r>
            <a:endParaRPr lang="zh-CN" altLang="en-US" sz="2400"/>
          </a:p>
        </p:txBody>
      </p:sp>
      <p:sp>
        <p:nvSpPr>
          <p:cNvPr id="2" name="灯片编号占位符 1"/>
          <p:cNvSpPr>
            <a:spLocks noGrp="1"/>
          </p:cNvSpPr>
          <p:nvPr>
            <p:ph type="sldNum" sz="quarter" idx="12"/>
          </p:nvPr>
        </p:nvSpPr>
        <p:spPr/>
        <p:txBody>
          <a:bodyPr/>
          <a:lstStyle/>
          <a:p>
            <a:fld id="{1FC953C7-F893-4DE8-A097-4DD7E89E8219}" type="slidenum">
              <a:rPr lang="zh-CN" altLang="en-US" smtClean="0"/>
            </a:fld>
            <a:endParaRPr lang="zh-CN" altLang="en-US"/>
          </a:p>
        </p:txBody>
      </p:sp>
      <p:sp>
        <p:nvSpPr>
          <p:cNvPr id="10" name="文本框 9"/>
          <p:cNvSpPr txBox="1"/>
          <p:nvPr/>
        </p:nvSpPr>
        <p:spPr>
          <a:xfrm>
            <a:off x="2380615" y="4133850"/>
            <a:ext cx="11019790" cy="460375"/>
          </a:xfrm>
          <a:prstGeom prst="rect">
            <a:avLst/>
          </a:prstGeom>
          <a:noFill/>
        </p:spPr>
        <p:txBody>
          <a:bodyPr wrap="square" rtlCol="0" anchor="t">
            <a:spAutoFit/>
          </a:bodyPr>
          <a:lstStyle/>
          <a:p>
            <a:r>
              <a:rPr lang="zh-CN" altLang="en-US" sz="2400">
                <a:sym typeface="+mn-ea"/>
              </a:rPr>
              <a:t>Ensure results are accurate and trustworthy</a:t>
            </a:r>
            <a:endParaRPr lang="zh-CN" altLang="en-US" sz="2400"/>
          </a:p>
        </p:txBody>
      </p:sp>
      <p:pic>
        <p:nvPicPr>
          <p:cNvPr id="11" name="图片 10" descr="对勾"/>
          <p:cNvPicPr>
            <a:picLocks noChangeAspect="1"/>
          </p:cNvPicPr>
          <p:nvPr/>
        </p:nvPicPr>
        <p:blipFill>
          <a:blip r:embed="rId8"/>
          <a:stretch>
            <a:fillRect/>
          </a:stretch>
        </p:blipFill>
        <p:spPr>
          <a:xfrm>
            <a:off x="1486535" y="4048760"/>
            <a:ext cx="631190" cy="63119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ipe(up)">
                                      <p:cBhvr>
                                        <p:cTn id="7" dur="500"/>
                                        <p:tgtEl>
                                          <p:spTgt spid="36"/>
                                        </p:tgtEl>
                                      </p:cBhvr>
                                    </p:animEffect>
                                  </p:childTnLst>
                                </p:cTn>
                              </p:par>
                              <p:par>
                                <p:cTn id="8" presetID="22" presetClass="entr" presetSubtype="1" fill="hold" nodeType="withEffect">
                                  <p:stCondLst>
                                    <p:cond delay="0"/>
                                  </p:stCondLst>
                                  <p:childTnLst>
                                    <p:set>
                                      <p:cBhvr>
                                        <p:cTn id="9" dur="1" fill="hold">
                                          <p:stCondLst>
                                            <p:cond delay="0"/>
                                          </p:stCondLst>
                                        </p:cTn>
                                        <p:tgtEl>
                                          <p:spTgt spid="34"/>
                                        </p:tgtEl>
                                        <p:attrNameLst>
                                          <p:attrName>style.visibility</p:attrName>
                                        </p:attrNameLst>
                                      </p:cBhvr>
                                      <p:to>
                                        <p:strVal val="visible"/>
                                      </p:to>
                                    </p:set>
                                    <p:animEffect transition="in" filter="wipe(up)">
                                      <p:cBhvr>
                                        <p:cTn id="10" dur="500"/>
                                        <p:tgtEl>
                                          <p:spTgt spid="3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wipe(up)">
                                      <p:cBhvr>
                                        <p:cTn id="15" dur="500"/>
                                        <p:tgtEl>
                                          <p:spTgt spid="33"/>
                                        </p:tgtEl>
                                      </p:cBhvr>
                                    </p:animEffect>
                                  </p:childTnLst>
                                </p:cTn>
                              </p:par>
                              <p:par>
                                <p:cTn id="16" presetID="22" presetClass="entr" presetSubtype="1" fill="hold" nodeType="withEffect">
                                  <p:stCondLst>
                                    <p:cond delay="0"/>
                                  </p:stCondLst>
                                  <p:childTnLst>
                                    <p:set>
                                      <p:cBhvr>
                                        <p:cTn id="17" dur="1" fill="hold">
                                          <p:stCondLst>
                                            <p:cond delay="0"/>
                                          </p:stCondLst>
                                        </p:cTn>
                                        <p:tgtEl>
                                          <p:spTgt spid="35"/>
                                        </p:tgtEl>
                                        <p:attrNameLst>
                                          <p:attrName>style.visibility</p:attrName>
                                        </p:attrNameLst>
                                      </p:cBhvr>
                                      <p:to>
                                        <p:strVal val="visible"/>
                                      </p:to>
                                    </p:set>
                                    <p:animEffect transition="in" filter="wipe(up)">
                                      <p:cBhvr>
                                        <p:cTn id="18" dur="500"/>
                                        <p:tgtEl>
                                          <p:spTgt spid="3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1"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up)">
                                      <p:cBhvr>
                                        <p:cTn id="23" dur="500"/>
                                        <p:tgtEl>
                                          <p:spTgt spid="10"/>
                                        </p:tgtEl>
                                      </p:cBhvr>
                                    </p:animEffect>
                                  </p:childTnLst>
                                </p:cTn>
                              </p:par>
                              <p:par>
                                <p:cTn id="24" presetID="22" presetClass="entr" presetSubtype="1" fill="hold"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wipe(up)">
                                      <p:cBhvr>
                                        <p:cTn id="2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6" grpId="0"/>
      <p:bldP spid="36" grpId="1"/>
      <p:bldP spid="10"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7"/>
          <p:cNvSpPr/>
          <p:nvPr>
            <p:custDataLst>
              <p:tags r:id="rId1"/>
            </p:custDataLst>
          </p:nvPr>
        </p:nvSpPr>
        <p:spPr>
          <a:xfrm flipV="1">
            <a:off x="543235" y="922509"/>
            <a:ext cx="1140523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14098">
              <a:alpha val="9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a:solidFill>
                <a:srgbClr val="014098"/>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6" name="任意多边形 8"/>
          <p:cNvSpPr/>
          <p:nvPr>
            <p:custDataLst>
              <p:tags r:id="rId2"/>
            </p:custDataLst>
          </p:nvPr>
        </p:nvSpPr>
        <p:spPr>
          <a:xfrm>
            <a:off x="7297" y="616980"/>
            <a:ext cx="410536" cy="381886"/>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140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dirty="0">
              <a:solidFill>
                <a:srgbClr val="7EC234"/>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7" name="Title 1"/>
          <p:cNvSpPr txBox="1"/>
          <p:nvPr/>
        </p:nvSpPr>
        <p:spPr>
          <a:xfrm>
            <a:off x="621665" y="428625"/>
            <a:ext cx="10373360" cy="379730"/>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defRPr/>
            </a:pPr>
            <a:r>
              <a:rPr lang="en-US" altLang="zh-CN" sz="3600" b="1" dirty="0">
                <a:solidFill>
                  <a:srgbClr val="014098"/>
                </a:solidFill>
                <a:latin typeface="Calibri" panose="020F0502020204030204" charset="0"/>
                <a:ea typeface="Calibri" panose="020F0502020204030204" charset="0"/>
                <a:cs typeface="Calibri" panose="020F0502020204030204" charset="0"/>
                <a:sym typeface="+mn-ea"/>
              </a:rPr>
              <a:t>Background</a:t>
            </a:r>
            <a:endParaRPr lang="en-US" altLang="zh-CN" sz="3600" b="1" dirty="0">
              <a:solidFill>
                <a:srgbClr val="014098"/>
              </a:solidFill>
              <a:latin typeface="Calibri" panose="020F0502020204030204" charset="0"/>
              <a:ea typeface="Calibri" panose="020F0502020204030204" charset="0"/>
              <a:cs typeface="Calibri" panose="020F0502020204030204" charset="0"/>
              <a:sym typeface="+mn-ea"/>
            </a:endParaRPr>
          </a:p>
        </p:txBody>
      </p:sp>
      <p:pic>
        <p:nvPicPr>
          <p:cNvPr id="9" name="Picture 10"/>
          <p:cNvPicPr>
            <a:picLocks noChangeAspect="1"/>
          </p:cNvPicPr>
          <p:nvPr/>
        </p:nvPicPr>
        <p:blipFill>
          <a:blip r:embed="rId3"/>
          <a:stretch>
            <a:fillRect/>
          </a:stretch>
        </p:blipFill>
        <p:spPr>
          <a:xfrm>
            <a:off x="9886209" y="118756"/>
            <a:ext cx="2062261" cy="803753"/>
          </a:xfrm>
          <a:prstGeom prst="rect">
            <a:avLst/>
          </a:prstGeom>
        </p:spPr>
      </p:pic>
      <p:sp>
        <p:nvSpPr>
          <p:cNvPr id="2" name="灯片编号占位符 1"/>
          <p:cNvSpPr>
            <a:spLocks noGrp="1"/>
          </p:cNvSpPr>
          <p:nvPr>
            <p:ph type="sldNum" sz="quarter" idx="12"/>
          </p:nvPr>
        </p:nvSpPr>
        <p:spPr/>
        <p:txBody>
          <a:bodyPr/>
          <a:lstStyle/>
          <a:p>
            <a:fld id="{1FC953C7-F893-4DE8-A097-4DD7E89E8219}" type="slidenum">
              <a:rPr lang="zh-CN" altLang="en-US" smtClean="0"/>
            </a:fld>
            <a:endParaRPr lang="zh-CN" altLang="en-US"/>
          </a:p>
        </p:txBody>
      </p:sp>
      <p:pic>
        <p:nvPicPr>
          <p:cNvPr id="17" name="图片 16" descr="论文题目"/>
          <p:cNvPicPr>
            <a:picLocks noChangeAspect="1"/>
          </p:cNvPicPr>
          <p:nvPr/>
        </p:nvPicPr>
        <p:blipFill>
          <a:blip r:embed="rId4"/>
          <a:stretch>
            <a:fillRect/>
          </a:stretch>
        </p:blipFill>
        <p:spPr>
          <a:xfrm>
            <a:off x="1990090" y="1635760"/>
            <a:ext cx="1136650" cy="1136650"/>
          </a:xfrm>
          <a:prstGeom prst="rect">
            <a:avLst/>
          </a:prstGeom>
        </p:spPr>
      </p:pic>
      <p:sp>
        <p:nvSpPr>
          <p:cNvPr id="18" name="文本框 17"/>
          <p:cNvSpPr txBox="1"/>
          <p:nvPr/>
        </p:nvSpPr>
        <p:spPr>
          <a:xfrm>
            <a:off x="1826260" y="2906395"/>
            <a:ext cx="1615440" cy="368300"/>
          </a:xfrm>
          <a:prstGeom prst="rect">
            <a:avLst/>
          </a:prstGeom>
          <a:noFill/>
        </p:spPr>
        <p:txBody>
          <a:bodyPr wrap="none" rtlCol="0">
            <a:spAutoFit/>
          </a:bodyPr>
          <a:lstStyle/>
          <a:p>
            <a:r>
              <a:rPr lang="en-US" altLang="zh-CN"/>
              <a:t>Research paper</a:t>
            </a:r>
            <a:endParaRPr lang="en-US" altLang="zh-CN"/>
          </a:p>
        </p:txBody>
      </p:sp>
      <p:pic>
        <p:nvPicPr>
          <p:cNvPr id="19" name="图片 18" descr="用户"/>
          <p:cNvPicPr>
            <a:picLocks noChangeAspect="1"/>
          </p:cNvPicPr>
          <p:nvPr/>
        </p:nvPicPr>
        <p:blipFill>
          <a:blip r:embed="rId5"/>
          <a:stretch>
            <a:fillRect/>
          </a:stretch>
        </p:blipFill>
        <p:spPr>
          <a:xfrm>
            <a:off x="4991735" y="1670685"/>
            <a:ext cx="1323975" cy="1323975"/>
          </a:xfrm>
          <a:prstGeom prst="rect">
            <a:avLst/>
          </a:prstGeom>
        </p:spPr>
      </p:pic>
      <p:sp>
        <p:nvSpPr>
          <p:cNvPr id="21" name="右箭头 20"/>
          <p:cNvSpPr/>
          <p:nvPr/>
        </p:nvSpPr>
        <p:spPr>
          <a:xfrm>
            <a:off x="3677920" y="2109470"/>
            <a:ext cx="1257935" cy="373380"/>
          </a:xfrm>
          <a:prstGeom prst="rightArrow">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右箭头 22"/>
          <p:cNvSpPr/>
          <p:nvPr/>
        </p:nvSpPr>
        <p:spPr>
          <a:xfrm>
            <a:off x="6662420" y="2145665"/>
            <a:ext cx="1257935" cy="373380"/>
          </a:xfrm>
          <a:prstGeom prst="rightArrow">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3786505" y="1670685"/>
            <a:ext cx="955675" cy="460375"/>
          </a:xfrm>
          <a:prstGeom prst="rect">
            <a:avLst/>
          </a:prstGeom>
          <a:noFill/>
        </p:spPr>
        <p:txBody>
          <a:bodyPr wrap="square" rtlCol="0">
            <a:spAutoFit/>
          </a:bodyPr>
          <a:lstStyle/>
          <a:p>
            <a:r>
              <a:rPr lang="en-US" altLang="zh-CN" sz="2400" b="1">
                <a:solidFill>
                  <a:schemeClr val="accent2"/>
                </a:solidFill>
              </a:rPr>
              <a:t>Read</a:t>
            </a:r>
            <a:endParaRPr lang="en-US" altLang="zh-CN" sz="2400" b="1">
              <a:solidFill>
                <a:schemeClr val="accent2"/>
              </a:solidFill>
            </a:endParaRPr>
          </a:p>
        </p:txBody>
      </p:sp>
      <p:sp>
        <p:nvSpPr>
          <p:cNvPr id="29" name="文本框 28"/>
          <p:cNvSpPr txBox="1"/>
          <p:nvPr/>
        </p:nvSpPr>
        <p:spPr>
          <a:xfrm>
            <a:off x="6393815" y="1670685"/>
            <a:ext cx="1806575" cy="460375"/>
          </a:xfrm>
          <a:prstGeom prst="rect">
            <a:avLst/>
          </a:prstGeom>
          <a:noFill/>
        </p:spPr>
        <p:txBody>
          <a:bodyPr wrap="square" rtlCol="0">
            <a:spAutoFit/>
          </a:bodyPr>
          <a:lstStyle/>
          <a:p>
            <a:r>
              <a:rPr lang="en-US" altLang="zh-CN" sz="2400" b="1">
                <a:solidFill>
                  <a:schemeClr val="accent2"/>
                </a:solidFill>
              </a:rPr>
              <a:t>Reproduce</a:t>
            </a:r>
            <a:endParaRPr lang="en-US" altLang="zh-CN" sz="2400" b="1">
              <a:solidFill>
                <a:schemeClr val="accent2"/>
              </a:solidFill>
            </a:endParaRPr>
          </a:p>
        </p:txBody>
      </p:sp>
      <p:pic>
        <p:nvPicPr>
          <p:cNvPr id="30" name="图片 29" descr="应用"/>
          <p:cNvPicPr>
            <a:picLocks noChangeAspect="1"/>
          </p:cNvPicPr>
          <p:nvPr/>
        </p:nvPicPr>
        <p:blipFill>
          <a:blip r:embed="rId6"/>
          <a:stretch>
            <a:fillRect/>
          </a:stretch>
        </p:blipFill>
        <p:spPr>
          <a:xfrm>
            <a:off x="8267065" y="1520190"/>
            <a:ext cx="1367155" cy="1367155"/>
          </a:xfrm>
          <a:prstGeom prst="rect">
            <a:avLst/>
          </a:prstGeom>
        </p:spPr>
      </p:pic>
      <p:sp>
        <p:nvSpPr>
          <p:cNvPr id="31" name="文本框 30"/>
          <p:cNvSpPr txBox="1"/>
          <p:nvPr/>
        </p:nvSpPr>
        <p:spPr>
          <a:xfrm>
            <a:off x="8544560" y="2906395"/>
            <a:ext cx="842645" cy="368300"/>
          </a:xfrm>
          <a:prstGeom prst="rect">
            <a:avLst/>
          </a:prstGeom>
          <a:noFill/>
        </p:spPr>
        <p:txBody>
          <a:bodyPr wrap="none" rtlCol="0">
            <a:spAutoFit/>
          </a:bodyPr>
          <a:lstStyle/>
          <a:p>
            <a:r>
              <a:rPr lang="en-US" altLang="zh-CN"/>
              <a:t>System</a:t>
            </a:r>
            <a:endParaRPr lang="en-US" altLang="zh-CN"/>
          </a:p>
        </p:txBody>
      </p:sp>
      <p:sp>
        <p:nvSpPr>
          <p:cNvPr id="14" name="上箭头标注 13"/>
          <p:cNvSpPr/>
          <p:nvPr/>
        </p:nvSpPr>
        <p:spPr>
          <a:xfrm>
            <a:off x="4465955" y="2682875"/>
            <a:ext cx="5685790" cy="3870325"/>
          </a:xfrm>
          <a:prstGeom prst="upArrowCallout">
            <a:avLst>
              <a:gd name="adj1" fmla="val 4397"/>
              <a:gd name="adj2" fmla="val 5568"/>
              <a:gd name="adj3" fmla="val 9958"/>
              <a:gd name="adj4" fmla="val 84282"/>
            </a:avLst>
          </a:prstGeom>
          <a:solidFill>
            <a:schemeClr val="bg1"/>
          </a:solidFill>
          <a:ln cap="rnd">
            <a:roun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4545965" y="3408680"/>
            <a:ext cx="5661660" cy="3046095"/>
          </a:xfrm>
          <a:prstGeom prst="rect">
            <a:avLst/>
          </a:prstGeom>
          <a:noFill/>
        </p:spPr>
        <p:txBody>
          <a:bodyPr wrap="square" rtlCol="0">
            <a:spAutoFit/>
          </a:bodyPr>
          <a:lstStyle/>
          <a:p>
            <a:pPr indent="0">
              <a:buFont typeface="Arial" panose="020B0604020202020204" pitchFamily="34" charset="0"/>
              <a:buNone/>
            </a:pPr>
            <a:r>
              <a:rPr lang="en-US" altLang="zh-CN" sz="2400"/>
              <a:t>The best practice to reproduce a published network research:</a:t>
            </a:r>
            <a:endParaRPr lang="en-US" altLang="zh-CN" sz="2400"/>
          </a:p>
          <a:p>
            <a:pPr marL="285750" indent="-285750">
              <a:buFont typeface="Arial" panose="020B0604020202020204" pitchFamily="34" charset="0"/>
              <a:buChar char="•"/>
            </a:pPr>
            <a:r>
              <a:rPr lang="en-US" altLang="zh-CN" sz="2400"/>
              <a:t>R</a:t>
            </a:r>
            <a:r>
              <a:rPr lang="zh-CN" altLang="en-US" sz="2400"/>
              <a:t>erun a publicly available prototype provided by the</a:t>
            </a:r>
            <a:r>
              <a:rPr lang="en-US" altLang="zh-CN" sz="2400"/>
              <a:t> </a:t>
            </a:r>
            <a:r>
              <a:rPr lang="zh-CN" altLang="en-US" sz="2400"/>
              <a:t>authors or other people</a:t>
            </a:r>
            <a:endParaRPr lang="zh-CN" altLang="en-US" sz="2400"/>
          </a:p>
          <a:p>
            <a:pPr marL="285750" indent="-285750">
              <a:buFont typeface="Arial" panose="020B0604020202020204" pitchFamily="34" charset="0"/>
              <a:buChar char="•"/>
            </a:pPr>
            <a:r>
              <a:rPr lang="en-US" altLang="zh-CN" sz="2400"/>
              <a:t>C</a:t>
            </a:r>
            <a:r>
              <a:rPr lang="zh-CN" altLang="en-US" sz="2400"/>
              <a:t>ontact the authors to ask for a</a:t>
            </a:r>
            <a:r>
              <a:rPr lang="en-US" altLang="zh-CN" sz="2400"/>
              <a:t> </a:t>
            </a:r>
            <a:r>
              <a:rPr lang="zh-CN" altLang="en-US" sz="2400"/>
              <a:t>private prototype</a:t>
            </a:r>
            <a:endParaRPr lang="zh-CN" altLang="en-US" sz="2400"/>
          </a:p>
          <a:p>
            <a:pPr marL="285750" indent="-285750">
              <a:buFont typeface="Arial" panose="020B0604020202020204" pitchFamily="34" charset="0"/>
              <a:buChar char="•"/>
            </a:pPr>
            <a:r>
              <a:rPr lang="en-US" altLang="zh-CN" sz="2400"/>
              <a:t>M</a:t>
            </a:r>
            <a:r>
              <a:rPr lang="zh-CN" altLang="en-US" sz="2400"/>
              <a:t>anually implement one</a:t>
            </a:r>
            <a:r>
              <a:rPr lang="en-US" altLang="zh-CN" sz="2400"/>
              <a:t> system</a:t>
            </a:r>
            <a:r>
              <a:rPr lang="zh-CN" altLang="en-US" sz="2400"/>
              <a:t> following the publication</a:t>
            </a:r>
            <a:endParaRPr lang="zh-CN" altLang="en-US" sz="2400"/>
          </a:p>
        </p:txBody>
      </p:sp>
      <p:sp>
        <p:nvSpPr>
          <p:cNvPr id="22" name="椭圆形标注 21"/>
          <p:cNvSpPr/>
          <p:nvPr/>
        </p:nvSpPr>
        <p:spPr>
          <a:xfrm>
            <a:off x="10067925" y="2682875"/>
            <a:ext cx="1880235" cy="1399540"/>
          </a:xfrm>
          <a:prstGeom prst="wedgeEllipseCallout">
            <a:avLst>
              <a:gd name="adj1" fmla="val -54339"/>
              <a:gd name="adj2" fmla="val 48892"/>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b="1">
                <a:sym typeface="+mn-ea"/>
              </a:rPr>
              <a:t>The best practice has limitations</a:t>
            </a:r>
            <a:r>
              <a:rPr lang="en-US" altLang="zh-CN" b="1">
                <a:sym typeface="+mn-ea"/>
              </a:rPr>
              <a:t>!</a:t>
            </a:r>
            <a:endParaRPr lang="en-US" altLang="zh-CN" b="1">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dissolve">
                                      <p:cBhvr>
                                        <p:cTn id="19"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8963025" y="6356350"/>
            <a:ext cx="2743200" cy="365125"/>
          </a:xfrm>
        </p:spPr>
        <p:txBody>
          <a:bodyPr/>
          <a:lstStyle/>
          <a:p>
            <a:fld id="{1FC953C7-F893-4DE8-A097-4DD7E89E8219}" type="slidenum">
              <a:rPr lang="zh-CN" altLang="en-US" smtClean="0"/>
            </a:fld>
            <a:endParaRPr lang="zh-CN" altLang="en-US"/>
          </a:p>
        </p:txBody>
      </p:sp>
      <p:sp>
        <p:nvSpPr>
          <p:cNvPr id="5" name="任意多边形 7"/>
          <p:cNvSpPr/>
          <p:nvPr>
            <p:custDataLst>
              <p:tags r:id="rId1"/>
            </p:custDataLst>
          </p:nvPr>
        </p:nvSpPr>
        <p:spPr>
          <a:xfrm flipV="1">
            <a:off x="543235" y="922509"/>
            <a:ext cx="1140523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14098">
              <a:alpha val="9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a:solidFill>
                <a:srgbClr val="014098"/>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6" name="任意多边形 8"/>
          <p:cNvSpPr/>
          <p:nvPr>
            <p:custDataLst>
              <p:tags r:id="rId2"/>
            </p:custDataLst>
          </p:nvPr>
        </p:nvSpPr>
        <p:spPr>
          <a:xfrm>
            <a:off x="7297" y="616980"/>
            <a:ext cx="410536" cy="381886"/>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140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dirty="0">
              <a:solidFill>
                <a:srgbClr val="7EC234"/>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7" name="Title 1"/>
          <p:cNvSpPr txBox="1"/>
          <p:nvPr/>
        </p:nvSpPr>
        <p:spPr>
          <a:xfrm>
            <a:off x="621665" y="428625"/>
            <a:ext cx="10414635" cy="379730"/>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defRPr/>
            </a:pPr>
            <a:r>
              <a:rPr lang="en-US" altLang="zh-CN" sz="3600" b="1" dirty="0">
                <a:solidFill>
                  <a:srgbClr val="014098"/>
                </a:solidFill>
                <a:latin typeface="Calibri" panose="020F0502020204030204" charset="0"/>
                <a:ea typeface="Calibri" panose="020F0502020204030204" charset="0"/>
                <a:cs typeface="Calibri" panose="020F0502020204030204" charset="0"/>
                <a:sym typeface="+mn-ea"/>
              </a:rPr>
              <a:t>Contents</a:t>
            </a:r>
            <a:endParaRPr lang="en-US" altLang="zh-CN" sz="3600" b="1" dirty="0">
              <a:solidFill>
                <a:srgbClr val="014098"/>
              </a:solidFill>
              <a:latin typeface="Calibri" panose="020F0502020204030204" charset="0"/>
              <a:ea typeface="Calibri" panose="020F0502020204030204" charset="0"/>
              <a:cs typeface="Calibri" panose="020F0502020204030204" charset="0"/>
              <a:sym typeface="+mn-ea"/>
            </a:endParaRPr>
          </a:p>
        </p:txBody>
      </p:sp>
      <p:pic>
        <p:nvPicPr>
          <p:cNvPr id="9" name="Picture 10"/>
          <p:cNvPicPr>
            <a:picLocks noChangeAspect="1"/>
          </p:cNvPicPr>
          <p:nvPr>
            <p:custDataLst>
              <p:tags r:id="rId3"/>
            </p:custDataLst>
          </p:nvPr>
        </p:nvPicPr>
        <p:blipFill>
          <a:blip r:embed="rId4"/>
          <a:stretch>
            <a:fillRect/>
          </a:stretch>
        </p:blipFill>
        <p:spPr>
          <a:xfrm>
            <a:off x="9886209" y="118756"/>
            <a:ext cx="2062261" cy="803753"/>
          </a:xfrm>
          <a:prstGeom prst="rect">
            <a:avLst/>
          </a:prstGeom>
        </p:spPr>
      </p:pic>
      <p:sp>
        <p:nvSpPr>
          <p:cNvPr id="3" name="文本框 2"/>
          <p:cNvSpPr txBox="1"/>
          <p:nvPr/>
        </p:nvSpPr>
        <p:spPr>
          <a:xfrm>
            <a:off x="1279525" y="1507490"/>
            <a:ext cx="3665855" cy="4030980"/>
          </a:xfrm>
          <a:prstGeom prst="rect">
            <a:avLst/>
          </a:prstGeom>
          <a:noFill/>
        </p:spPr>
        <p:txBody>
          <a:bodyPr wrap="square" rtlCol="0">
            <a:spAutoFit/>
          </a:bodyPr>
          <a:lstStyle/>
          <a:p>
            <a:pPr marL="457200" indent="-457200" algn="l">
              <a:buFont typeface="Wingdings" panose="05000000000000000000" charset="0"/>
              <a:buChar char="Ø"/>
            </a:pPr>
            <a:r>
              <a:rPr lang="en-US" altLang="zh-CN" sz="3200"/>
              <a:t>Background   			</a:t>
            </a:r>
            <a:endParaRPr lang="en-US" altLang="zh-CN" sz="3200"/>
          </a:p>
          <a:p>
            <a:pPr marL="457200" indent="-457200" algn="l">
              <a:buFont typeface="Wingdings" panose="05000000000000000000" charset="0"/>
              <a:buChar char="Ø"/>
            </a:pPr>
            <a:r>
              <a:rPr lang="en-US" altLang="zh-CN" sz="3200"/>
              <a:t>Goal 					</a:t>
            </a:r>
            <a:endParaRPr lang="en-US" altLang="zh-CN" sz="3200"/>
          </a:p>
          <a:p>
            <a:pPr marL="457200" indent="-457200" algn="l">
              <a:buFont typeface="Wingdings" panose="05000000000000000000" charset="0"/>
              <a:buChar char="Ø"/>
            </a:pPr>
            <a:r>
              <a:rPr lang="en-US" sz="3200" dirty="0">
                <a:latin typeface="Calibri" panose="020F0502020204030204" charset="0"/>
                <a:cs typeface="Calibri" panose="020F0502020204030204" charset="0"/>
                <a:sym typeface="+mn-ea"/>
              </a:rPr>
              <a:t>Schedule 					</a:t>
            </a:r>
            <a:endParaRPr lang="en-US" sz="3200" dirty="0">
              <a:latin typeface="Calibri" panose="020F0502020204030204" charset="0"/>
              <a:cs typeface="Calibri" panose="020F0502020204030204" charset="0"/>
              <a:sym typeface="+mn-ea"/>
            </a:endParaRPr>
          </a:p>
          <a:p>
            <a:pPr algn="l"/>
            <a:endParaRPr lang="en-US" altLang="zh-CN" sz="3200"/>
          </a:p>
        </p:txBody>
      </p:sp>
      <p:sp>
        <p:nvSpPr>
          <p:cNvPr id="122" name="文本框 121"/>
          <p:cNvSpPr txBox="1"/>
          <p:nvPr/>
        </p:nvSpPr>
        <p:spPr>
          <a:xfrm>
            <a:off x="6843395" y="1507490"/>
            <a:ext cx="2740025" cy="3107690"/>
          </a:xfrm>
          <a:prstGeom prst="rect">
            <a:avLst/>
          </a:prstGeom>
          <a:noFill/>
        </p:spPr>
        <p:txBody>
          <a:bodyPr wrap="none" rtlCol="0" anchor="t">
            <a:spAutoFit/>
          </a:bodyPr>
          <a:lstStyle/>
          <a:p>
            <a:pPr marL="457200" indent="-457200" algn="l">
              <a:buClrTx/>
              <a:buSzTx/>
              <a:buFont typeface="Wingdings" panose="05000000000000000000" charset="0"/>
              <a:buChar char="Ø"/>
            </a:pPr>
            <a:r>
              <a:rPr lang="en-US" altLang="zh-CN" sz="3200">
                <a:sym typeface="+mn-ea"/>
              </a:rPr>
              <a:t>Motivation</a:t>
            </a:r>
            <a:endParaRPr lang="en-US" altLang="zh-CN" sz="3200">
              <a:sym typeface="+mn-ea"/>
            </a:endParaRPr>
          </a:p>
          <a:p>
            <a:pPr marL="457200" indent="-457200" algn="l">
              <a:buClrTx/>
              <a:buSzTx/>
              <a:buFont typeface="Wingdings" panose="05000000000000000000" charset="0"/>
              <a:buChar char="Ø"/>
            </a:pPr>
            <a:endParaRPr lang="en-US" altLang="zh-CN" sz="3200">
              <a:sym typeface="+mn-ea"/>
            </a:endParaRPr>
          </a:p>
          <a:p>
            <a:pPr marL="457200" indent="-457200" algn="l">
              <a:buClrTx/>
              <a:buSzTx/>
              <a:buFont typeface="Wingdings" panose="05000000000000000000" charset="0"/>
              <a:buChar char="Ø"/>
            </a:pPr>
            <a:r>
              <a:rPr lang="en-US" altLang="zh-CN" sz="3200">
                <a:sym typeface="+mn-ea"/>
              </a:rPr>
              <a:t>Feasibility</a:t>
            </a:r>
            <a:endParaRPr lang="en-US" altLang="zh-CN" sz="3200">
              <a:sym typeface="+mn-ea"/>
            </a:endParaRPr>
          </a:p>
          <a:p>
            <a:pPr marL="457200" indent="-457200" algn="l">
              <a:buClrTx/>
              <a:buSzTx/>
              <a:buFont typeface="Wingdings" panose="05000000000000000000" charset="0"/>
              <a:buChar char="Ø"/>
            </a:pPr>
            <a:endParaRPr lang="en-US" altLang="zh-CN" sz="3200">
              <a:sym typeface="+mn-ea"/>
            </a:endParaRPr>
          </a:p>
          <a:p>
            <a:pPr marL="457200" indent="-457200" algn="l">
              <a:buClrTx/>
              <a:buSzTx/>
              <a:buFont typeface="Wingdings" panose="05000000000000000000" charset="0"/>
              <a:buChar char="Ø"/>
            </a:pPr>
            <a:r>
              <a:rPr lang="en-US" altLang="zh-CN" sz="3200">
                <a:sym typeface="+mn-ea"/>
              </a:rPr>
              <a:t>Expectations</a:t>
            </a:r>
            <a:endParaRPr lang="en-US" altLang="zh-CN" sz="3200">
              <a:sym typeface="+mn-ea"/>
            </a:endParaRPr>
          </a:p>
          <a:p>
            <a:pPr marL="457200" indent="-457200" algn="l">
              <a:buFont typeface="Wingdings" panose="05000000000000000000" charset="0"/>
              <a:buChar char="Ø"/>
            </a:pPr>
            <a:endParaRPr lang="en-US" dirty="0">
              <a:latin typeface="Calibri" panose="020F0502020204030204" charset="0"/>
              <a:cs typeface="Calibri" panose="020F0502020204030204" charset="0"/>
              <a:sym typeface="+mn-ea"/>
            </a:endParaRPr>
          </a:p>
          <a:p>
            <a:pPr marL="457200" indent="-457200" algn="l">
              <a:buFont typeface="Wingdings" panose="05000000000000000000" charset="0"/>
              <a:buChar char="Ø"/>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122">
                                            <p:txEl>
                                              <p:pRg st="0" end="0"/>
                                            </p:txEl>
                                          </p:spTgt>
                                        </p:tgtEl>
                                        <p:attrNameLst>
                                          <p:attrName>style.color</p:attrName>
                                        </p:attrNameLst>
                                      </p:cBhvr>
                                      <p:to>
                                        <p:clrVal>
                                          <a:schemeClr val="accent2"/>
                                        </p:clrVal>
                                      </p:to>
                                    </p:set>
                                    <p:set>
                                      <p:cBhvr>
                                        <p:cTn id="7" dur="500" fill="hold"/>
                                        <p:tgtEl>
                                          <p:spTgt spid="122">
                                            <p:txEl>
                                              <p:pRg st="0" end="0"/>
                                            </p:txEl>
                                          </p:spTgt>
                                        </p:tgtEl>
                                        <p:attrNameLst>
                                          <p:attrName>fillcolor</p:attrName>
                                        </p:attrNameLst>
                                      </p:cBhvr>
                                      <p:to>
                                        <p:clrVal>
                                          <a:schemeClr val="accent2"/>
                                        </p:clrVal>
                                      </p:to>
                                    </p:set>
                                    <p:set>
                                      <p:cBhvr>
                                        <p:cTn id="8" dur="500" fill="hold"/>
                                        <p:tgtEl>
                                          <p:spTgt spid="122">
                                            <p:txEl>
                                              <p:pRg st="0" end="0"/>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7"/>
          <p:cNvSpPr/>
          <p:nvPr>
            <p:custDataLst>
              <p:tags r:id="rId1"/>
            </p:custDataLst>
          </p:nvPr>
        </p:nvSpPr>
        <p:spPr>
          <a:xfrm flipV="1">
            <a:off x="543235" y="922509"/>
            <a:ext cx="1140523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14098">
              <a:alpha val="9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a:solidFill>
                <a:srgbClr val="014098"/>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6" name="任意多边形 8"/>
          <p:cNvSpPr/>
          <p:nvPr>
            <p:custDataLst>
              <p:tags r:id="rId2"/>
            </p:custDataLst>
          </p:nvPr>
        </p:nvSpPr>
        <p:spPr>
          <a:xfrm>
            <a:off x="7297" y="616980"/>
            <a:ext cx="410536" cy="381886"/>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140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dirty="0">
              <a:solidFill>
                <a:srgbClr val="7EC234"/>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7" name="Title 1"/>
          <p:cNvSpPr txBox="1"/>
          <p:nvPr/>
        </p:nvSpPr>
        <p:spPr>
          <a:xfrm>
            <a:off x="621969" y="428446"/>
            <a:ext cx="4015736"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defRPr/>
            </a:pPr>
            <a:r>
              <a:rPr lang="en-US" altLang="zh-CN" sz="3600" b="1" dirty="0">
                <a:solidFill>
                  <a:srgbClr val="014098"/>
                </a:solidFill>
                <a:latin typeface="Calibri" panose="020F0502020204030204" charset="0"/>
                <a:ea typeface="Calibri" panose="020F0502020204030204" charset="0"/>
                <a:cs typeface="Calibri" panose="020F0502020204030204" charset="0"/>
                <a:sym typeface="+mn-ea"/>
              </a:rPr>
              <a:t>Motivation</a:t>
            </a:r>
            <a:endParaRPr lang="zh-CN" altLang="en-US" sz="3600" b="1" dirty="0">
              <a:solidFill>
                <a:srgbClr val="014098"/>
              </a:solidFill>
              <a:latin typeface="Calibri" panose="020F0502020204030204" charset="0"/>
              <a:ea typeface="Calibri" panose="020F0502020204030204" charset="0"/>
              <a:cs typeface="Calibri" panose="020F0502020204030204" charset="0"/>
              <a:sym typeface="+mn-ea"/>
            </a:endParaRPr>
          </a:p>
        </p:txBody>
      </p:sp>
      <p:pic>
        <p:nvPicPr>
          <p:cNvPr id="9" name="Picture 10"/>
          <p:cNvPicPr>
            <a:picLocks noChangeAspect="1"/>
          </p:cNvPicPr>
          <p:nvPr>
            <p:custDataLst>
              <p:tags r:id="rId3"/>
            </p:custDataLst>
          </p:nvPr>
        </p:nvPicPr>
        <p:blipFill>
          <a:blip r:embed="rId4"/>
          <a:stretch>
            <a:fillRect/>
          </a:stretch>
        </p:blipFill>
        <p:spPr>
          <a:xfrm>
            <a:off x="9886209" y="118756"/>
            <a:ext cx="2062261" cy="803753"/>
          </a:xfrm>
          <a:prstGeom prst="rect">
            <a:avLst/>
          </a:prstGeom>
        </p:spPr>
      </p:pic>
      <p:sp>
        <p:nvSpPr>
          <p:cNvPr id="2" name="文本框 1"/>
          <p:cNvSpPr txBox="1"/>
          <p:nvPr/>
        </p:nvSpPr>
        <p:spPr>
          <a:xfrm>
            <a:off x="417830" y="1466215"/>
            <a:ext cx="5134610" cy="4154170"/>
          </a:xfrm>
          <a:prstGeom prst="rect">
            <a:avLst/>
          </a:prstGeom>
          <a:noFill/>
        </p:spPr>
        <p:txBody>
          <a:bodyPr wrap="square" rtlCol="0" anchor="t">
            <a:spAutoFit/>
          </a:bodyPr>
          <a:lstStyle/>
          <a:p>
            <a:pPr marL="285750" indent="-285750">
              <a:buFont typeface="Arial" panose="020B0604020202020204" pitchFamily="34" charset="0"/>
              <a:buChar char="•"/>
            </a:pPr>
            <a:r>
              <a:rPr lang="en-US" altLang="zh-CN" sz="2400">
                <a:sym typeface="+mn-ea"/>
              </a:rPr>
              <a:t>R</a:t>
            </a:r>
            <a:r>
              <a:rPr lang="zh-CN" altLang="en-US" sz="2400">
                <a:sym typeface="+mn-ea"/>
              </a:rPr>
              <a:t>erun a publicly available prototype provided by the</a:t>
            </a:r>
            <a:r>
              <a:rPr lang="en-US" altLang="zh-CN" sz="2400">
                <a:sym typeface="+mn-ea"/>
              </a:rPr>
              <a:t> </a:t>
            </a:r>
            <a:r>
              <a:rPr lang="zh-CN" altLang="en-US" sz="2400">
                <a:sym typeface="+mn-ea"/>
              </a:rPr>
              <a:t>authors or other people</a:t>
            </a:r>
            <a:endParaRPr lang="zh-CN" altLang="en-US" sz="2400">
              <a:sym typeface="+mn-ea"/>
            </a:endParaRPr>
          </a:p>
          <a:p>
            <a:pPr marL="285750" indent="-285750">
              <a:buFont typeface="Arial" panose="020B0604020202020204" pitchFamily="34" charset="0"/>
              <a:buChar char="•"/>
            </a:pPr>
            <a:endParaRPr lang="zh-CN" altLang="en-US" sz="2400">
              <a:sym typeface="+mn-ea"/>
            </a:endParaRPr>
          </a:p>
          <a:p>
            <a:pPr marL="285750" indent="-285750">
              <a:buFont typeface="Arial" panose="020B0604020202020204" pitchFamily="34" charset="0"/>
              <a:buChar char="•"/>
            </a:pPr>
            <a:endParaRPr lang="en-US" altLang="zh-CN" sz="2400">
              <a:sym typeface="+mn-ea"/>
            </a:endParaRPr>
          </a:p>
          <a:p>
            <a:pPr marL="285750" indent="-285750">
              <a:buFont typeface="Arial" panose="020B0604020202020204" pitchFamily="34" charset="0"/>
              <a:buChar char="•"/>
            </a:pPr>
            <a:r>
              <a:rPr lang="en-US" altLang="zh-CN" sz="2400">
                <a:solidFill>
                  <a:schemeClr val="bg1">
                    <a:lumMod val="75000"/>
                  </a:schemeClr>
                </a:solidFill>
                <a:sym typeface="+mn-ea"/>
              </a:rPr>
              <a:t>C</a:t>
            </a:r>
            <a:r>
              <a:rPr lang="zh-CN" altLang="en-US" sz="2400">
                <a:solidFill>
                  <a:schemeClr val="bg1">
                    <a:lumMod val="75000"/>
                  </a:schemeClr>
                </a:solidFill>
                <a:sym typeface="+mn-ea"/>
              </a:rPr>
              <a:t>ontact the authors to ask for a</a:t>
            </a:r>
            <a:r>
              <a:rPr lang="en-US" altLang="zh-CN" sz="2400">
                <a:solidFill>
                  <a:schemeClr val="bg1">
                    <a:lumMod val="75000"/>
                  </a:schemeClr>
                </a:solidFill>
                <a:sym typeface="+mn-ea"/>
              </a:rPr>
              <a:t> </a:t>
            </a:r>
            <a:r>
              <a:rPr lang="zh-CN" altLang="en-US" sz="2400">
                <a:solidFill>
                  <a:schemeClr val="bg1">
                    <a:lumMod val="75000"/>
                  </a:schemeClr>
                </a:solidFill>
                <a:sym typeface="+mn-ea"/>
              </a:rPr>
              <a:t>private prototype</a:t>
            </a:r>
            <a:endParaRPr lang="zh-CN" altLang="en-US" sz="2400">
              <a:solidFill>
                <a:schemeClr val="bg1">
                  <a:lumMod val="75000"/>
                </a:schemeClr>
              </a:solidFill>
            </a:endParaRPr>
          </a:p>
          <a:p>
            <a:pPr marL="285750" indent="-285750">
              <a:buFont typeface="Arial" panose="020B0604020202020204" pitchFamily="34" charset="0"/>
              <a:buChar char="•"/>
            </a:pPr>
            <a:endParaRPr lang="en-US" altLang="zh-CN" sz="2400">
              <a:solidFill>
                <a:schemeClr val="bg1">
                  <a:lumMod val="75000"/>
                </a:schemeClr>
              </a:solidFill>
              <a:sym typeface="+mn-ea"/>
            </a:endParaRPr>
          </a:p>
          <a:p>
            <a:pPr marL="285750" indent="-285750">
              <a:buFont typeface="Arial" panose="020B0604020202020204" pitchFamily="34" charset="0"/>
              <a:buChar char="•"/>
            </a:pPr>
            <a:endParaRPr lang="en-US" altLang="zh-CN" sz="2400">
              <a:solidFill>
                <a:schemeClr val="bg1">
                  <a:lumMod val="75000"/>
                </a:schemeClr>
              </a:solidFill>
              <a:sym typeface="+mn-ea"/>
            </a:endParaRPr>
          </a:p>
          <a:p>
            <a:pPr marL="285750" indent="-285750">
              <a:buFont typeface="Arial" panose="020B0604020202020204" pitchFamily="34" charset="0"/>
              <a:buChar char="•"/>
            </a:pPr>
            <a:r>
              <a:rPr lang="en-US" altLang="zh-CN" sz="2400">
                <a:solidFill>
                  <a:schemeClr val="bg1">
                    <a:lumMod val="75000"/>
                  </a:schemeClr>
                </a:solidFill>
                <a:sym typeface="+mn-ea"/>
              </a:rPr>
              <a:t>M</a:t>
            </a:r>
            <a:r>
              <a:rPr lang="zh-CN" altLang="en-US" sz="2400">
                <a:solidFill>
                  <a:schemeClr val="bg1">
                    <a:lumMod val="75000"/>
                  </a:schemeClr>
                </a:solidFill>
                <a:sym typeface="+mn-ea"/>
              </a:rPr>
              <a:t>anually implement one</a:t>
            </a:r>
            <a:r>
              <a:rPr lang="en-US" altLang="zh-CN" sz="2400">
                <a:solidFill>
                  <a:schemeClr val="bg1">
                    <a:lumMod val="75000"/>
                  </a:schemeClr>
                </a:solidFill>
                <a:sym typeface="+mn-ea"/>
              </a:rPr>
              <a:t> system</a:t>
            </a:r>
            <a:r>
              <a:rPr lang="zh-CN" altLang="en-US" sz="2400">
                <a:solidFill>
                  <a:schemeClr val="bg1">
                    <a:lumMod val="75000"/>
                  </a:schemeClr>
                </a:solidFill>
                <a:sym typeface="+mn-ea"/>
              </a:rPr>
              <a:t> following the publication</a:t>
            </a:r>
            <a:endParaRPr lang="zh-CN" altLang="en-US" sz="2400">
              <a:solidFill>
                <a:schemeClr val="bg1">
                  <a:lumMod val="75000"/>
                </a:schemeClr>
              </a:solidFill>
              <a:sym typeface="+mn-ea"/>
            </a:endParaRPr>
          </a:p>
        </p:txBody>
      </p:sp>
      <p:pic>
        <p:nvPicPr>
          <p:cNvPr id="3" name="图片 2"/>
          <p:cNvPicPr>
            <a:picLocks noChangeAspect="1"/>
          </p:cNvPicPr>
          <p:nvPr/>
        </p:nvPicPr>
        <p:blipFill>
          <a:blip r:embed="rId5"/>
          <a:stretch>
            <a:fillRect/>
          </a:stretch>
        </p:blipFill>
        <p:spPr>
          <a:xfrm>
            <a:off x="5283200" y="1908175"/>
            <a:ext cx="6703060" cy="3761105"/>
          </a:xfrm>
          <a:prstGeom prst="rect">
            <a:avLst/>
          </a:prstGeom>
        </p:spPr>
      </p:pic>
      <p:sp>
        <p:nvSpPr>
          <p:cNvPr id="8" name="云形标注 7"/>
          <p:cNvSpPr/>
          <p:nvPr/>
        </p:nvSpPr>
        <p:spPr>
          <a:xfrm>
            <a:off x="9546590" y="868045"/>
            <a:ext cx="2601595" cy="1228090"/>
          </a:xfrm>
          <a:prstGeom prst="cloudCallout">
            <a:avLst>
              <a:gd name="adj1" fmla="val -36721"/>
              <a:gd name="adj2" fmla="val 85729"/>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solidFill>
                  <a:schemeClr val="accent1"/>
                </a:solidFill>
                <a:latin typeface="+mj-lt"/>
                <a:cs typeface="+mj-lt"/>
                <a:sym typeface="+mn-ea"/>
              </a:rPr>
              <a:t>Average: </a:t>
            </a:r>
            <a:r>
              <a:rPr lang="zh-CN" altLang="en-US" b="1">
                <a:solidFill>
                  <a:schemeClr val="accent1"/>
                </a:solidFill>
                <a:latin typeface="+mj-lt"/>
                <a:cs typeface="+mj-lt"/>
                <a:sym typeface="+mn-ea"/>
              </a:rPr>
              <a:t>SIGCOMM</a:t>
            </a:r>
            <a:r>
              <a:rPr lang="en-US" altLang="zh-CN" b="1">
                <a:solidFill>
                  <a:schemeClr val="accent1"/>
                </a:solidFill>
                <a:latin typeface="+mj-lt"/>
                <a:cs typeface="+mj-lt"/>
                <a:sym typeface="+mn-ea"/>
              </a:rPr>
              <a:t>: 32%</a:t>
            </a:r>
            <a:endParaRPr lang="en-US" altLang="zh-CN" b="1">
              <a:solidFill>
                <a:schemeClr val="accent1"/>
              </a:solidFill>
              <a:latin typeface="+mj-lt"/>
              <a:cs typeface="+mj-lt"/>
              <a:sym typeface="+mn-ea"/>
            </a:endParaRPr>
          </a:p>
          <a:p>
            <a:pPr algn="ctr"/>
            <a:r>
              <a:rPr lang="zh-CN" altLang="en-US" b="1">
                <a:solidFill>
                  <a:schemeClr val="accent1"/>
                </a:solidFill>
                <a:latin typeface="+mj-lt"/>
                <a:cs typeface="+mj-lt"/>
                <a:sym typeface="+mn-ea"/>
              </a:rPr>
              <a:t>NSDI</a:t>
            </a:r>
            <a:r>
              <a:rPr lang="en-US" altLang="zh-CN" b="1">
                <a:solidFill>
                  <a:schemeClr val="accent1"/>
                </a:solidFill>
                <a:latin typeface="+mj-lt"/>
                <a:cs typeface="+mj-lt"/>
                <a:sym typeface="+mn-ea"/>
              </a:rPr>
              <a:t>: </a:t>
            </a:r>
            <a:r>
              <a:rPr lang="zh-CN" altLang="en-US" b="1">
                <a:solidFill>
                  <a:schemeClr val="accent1"/>
                </a:solidFill>
                <a:latin typeface="+mj-lt"/>
                <a:cs typeface="+mj-lt"/>
                <a:sym typeface="+mn-ea"/>
              </a:rPr>
              <a:t>29%</a:t>
            </a:r>
            <a:endParaRPr lang="zh-CN" altLang="en-US" b="1">
              <a:solidFill>
                <a:schemeClr val="accent1"/>
              </a:solidFill>
              <a:latin typeface="+mj-lt"/>
              <a:cs typeface="+mj-lt"/>
              <a:sym typeface="+mn-ea"/>
            </a:endParaRPr>
          </a:p>
        </p:txBody>
      </p:sp>
      <p:sp>
        <p:nvSpPr>
          <p:cNvPr id="10" name="灯片编号占位符 9"/>
          <p:cNvSpPr>
            <a:spLocks noGrp="1"/>
          </p:cNvSpPr>
          <p:nvPr>
            <p:ph type="sldNum" sz="quarter" idx="12"/>
          </p:nvPr>
        </p:nvSpPr>
        <p:spPr/>
        <p:txBody>
          <a:bodyPr/>
          <a:lstStyle/>
          <a:p>
            <a:fld id="{1FC953C7-F893-4DE8-A097-4DD7E89E8219}" type="slidenum">
              <a:rPr lang="zh-CN" altLang="en-US" smtClean="0"/>
            </a:fld>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7"/>
          <p:cNvSpPr/>
          <p:nvPr>
            <p:custDataLst>
              <p:tags r:id="rId1"/>
            </p:custDataLst>
          </p:nvPr>
        </p:nvSpPr>
        <p:spPr>
          <a:xfrm flipV="1">
            <a:off x="543235" y="922509"/>
            <a:ext cx="1140523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14098">
              <a:alpha val="9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a:solidFill>
                <a:srgbClr val="014098"/>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6" name="任意多边形 8"/>
          <p:cNvSpPr/>
          <p:nvPr>
            <p:custDataLst>
              <p:tags r:id="rId2"/>
            </p:custDataLst>
          </p:nvPr>
        </p:nvSpPr>
        <p:spPr>
          <a:xfrm>
            <a:off x="7297" y="616980"/>
            <a:ext cx="410536" cy="381886"/>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140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dirty="0">
              <a:solidFill>
                <a:srgbClr val="7EC234"/>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7" name="Title 1"/>
          <p:cNvSpPr txBox="1"/>
          <p:nvPr/>
        </p:nvSpPr>
        <p:spPr>
          <a:xfrm>
            <a:off x="621969" y="428446"/>
            <a:ext cx="4015736"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defRPr/>
            </a:pPr>
            <a:r>
              <a:rPr lang="en-US" altLang="zh-CN" sz="3600" b="1" dirty="0">
                <a:solidFill>
                  <a:srgbClr val="014098"/>
                </a:solidFill>
                <a:latin typeface="Calibri" panose="020F0502020204030204" charset="0"/>
                <a:ea typeface="Calibri" panose="020F0502020204030204" charset="0"/>
                <a:cs typeface="Calibri" panose="020F0502020204030204" charset="0"/>
                <a:sym typeface="+mn-ea"/>
              </a:rPr>
              <a:t>Motivation</a:t>
            </a:r>
            <a:endParaRPr lang="zh-CN" altLang="en-US" sz="3600" b="1" dirty="0">
              <a:solidFill>
                <a:srgbClr val="014098"/>
              </a:solidFill>
              <a:latin typeface="Calibri" panose="020F0502020204030204" charset="0"/>
              <a:ea typeface="Calibri" panose="020F0502020204030204" charset="0"/>
              <a:cs typeface="Calibri" panose="020F0502020204030204" charset="0"/>
              <a:sym typeface="+mn-ea"/>
            </a:endParaRPr>
          </a:p>
        </p:txBody>
      </p:sp>
      <p:pic>
        <p:nvPicPr>
          <p:cNvPr id="9" name="Picture 10"/>
          <p:cNvPicPr>
            <a:picLocks noChangeAspect="1"/>
          </p:cNvPicPr>
          <p:nvPr>
            <p:custDataLst>
              <p:tags r:id="rId3"/>
            </p:custDataLst>
          </p:nvPr>
        </p:nvPicPr>
        <p:blipFill>
          <a:blip r:embed="rId4"/>
          <a:stretch>
            <a:fillRect/>
          </a:stretch>
        </p:blipFill>
        <p:spPr>
          <a:xfrm>
            <a:off x="9886209" y="118756"/>
            <a:ext cx="2062261" cy="803753"/>
          </a:xfrm>
          <a:prstGeom prst="rect">
            <a:avLst/>
          </a:prstGeom>
        </p:spPr>
      </p:pic>
      <p:sp>
        <p:nvSpPr>
          <p:cNvPr id="2" name="文本框 1"/>
          <p:cNvSpPr txBox="1"/>
          <p:nvPr/>
        </p:nvSpPr>
        <p:spPr>
          <a:xfrm>
            <a:off x="417830" y="1466215"/>
            <a:ext cx="5134610" cy="4154170"/>
          </a:xfrm>
          <a:prstGeom prst="rect">
            <a:avLst/>
          </a:prstGeom>
          <a:noFill/>
        </p:spPr>
        <p:txBody>
          <a:bodyPr wrap="square" rtlCol="0" anchor="t">
            <a:spAutoFit/>
          </a:bodyPr>
          <a:lstStyle/>
          <a:p>
            <a:pPr marL="285750" indent="-285750">
              <a:buFont typeface="Arial" panose="020B0604020202020204" pitchFamily="34" charset="0"/>
              <a:buChar char="•"/>
            </a:pPr>
            <a:r>
              <a:rPr lang="en-US" altLang="zh-CN" sz="2400">
                <a:sym typeface="+mn-ea"/>
              </a:rPr>
              <a:t>R</a:t>
            </a:r>
            <a:r>
              <a:rPr lang="zh-CN" altLang="en-US" sz="2400">
                <a:sym typeface="+mn-ea"/>
              </a:rPr>
              <a:t>erun a publicly available prototype provided by the</a:t>
            </a:r>
            <a:r>
              <a:rPr lang="en-US" altLang="zh-CN" sz="2400">
                <a:sym typeface="+mn-ea"/>
              </a:rPr>
              <a:t> </a:t>
            </a:r>
            <a:r>
              <a:rPr lang="zh-CN" altLang="en-US" sz="2400">
                <a:sym typeface="+mn-ea"/>
              </a:rPr>
              <a:t>authors or other people</a:t>
            </a:r>
            <a:endParaRPr lang="zh-CN" altLang="en-US" sz="2400">
              <a:sym typeface="+mn-ea"/>
            </a:endParaRPr>
          </a:p>
          <a:p>
            <a:pPr marL="285750" indent="-285750">
              <a:buFont typeface="Arial" panose="020B0604020202020204" pitchFamily="34" charset="0"/>
              <a:buChar char="•"/>
            </a:pPr>
            <a:endParaRPr lang="zh-CN" altLang="en-US" sz="2400">
              <a:sym typeface="+mn-ea"/>
            </a:endParaRPr>
          </a:p>
          <a:p>
            <a:pPr marL="285750" indent="-285750">
              <a:buFont typeface="Arial" panose="020B0604020202020204" pitchFamily="34" charset="0"/>
              <a:buChar char="•"/>
            </a:pPr>
            <a:endParaRPr lang="en-US" altLang="zh-CN" sz="2400">
              <a:sym typeface="+mn-ea"/>
            </a:endParaRPr>
          </a:p>
          <a:p>
            <a:pPr marL="285750" indent="-285750">
              <a:buFont typeface="Arial" panose="020B0604020202020204" pitchFamily="34" charset="0"/>
              <a:buChar char="•"/>
            </a:pPr>
            <a:r>
              <a:rPr lang="en-US" altLang="zh-CN" sz="2400">
                <a:solidFill>
                  <a:schemeClr val="bg1">
                    <a:lumMod val="75000"/>
                  </a:schemeClr>
                </a:solidFill>
                <a:sym typeface="+mn-ea"/>
              </a:rPr>
              <a:t>C</a:t>
            </a:r>
            <a:r>
              <a:rPr lang="zh-CN" altLang="en-US" sz="2400">
                <a:solidFill>
                  <a:schemeClr val="bg1">
                    <a:lumMod val="75000"/>
                  </a:schemeClr>
                </a:solidFill>
                <a:sym typeface="+mn-ea"/>
              </a:rPr>
              <a:t>ontact the authors to ask for a</a:t>
            </a:r>
            <a:r>
              <a:rPr lang="en-US" altLang="zh-CN" sz="2400">
                <a:solidFill>
                  <a:schemeClr val="bg1">
                    <a:lumMod val="75000"/>
                  </a:schemeClr>
                </a:solidFill>
                <a:sym typeface="+mn-ea"/>
              </a:rPr>
              <a:t> </a:t>
            </a:r>
            <a:r>
              <a:rPr lang="zh-CN" altLang="en-US" sz="2400">
                <a:solidFill>
                  <a:schemeClr val="bg1">
                    <a:lumMod val="75000"/>
                  </a:schemeClr>
                </a:solidFill>
                <a:sym typeface="+mn-ea"/>
              </a:rPr>
              <a:t>private prototype</a:t>
            </a:r>
            <a:endParaRPr lang="zh-CN" altLang="en-US" sz="2400">
              <a:solidFill>
                <a:schemeClr val="bg1">
                  <a:lumMod val="75000"/>
                </a:schemeClr>
              </a:solidFill>
            </a:endParaRPr>
          </a:p>
          <a:p>
            <a:pPr marL="285750" indent="-285750">
              <a:buFont typeface="Arial" panose="020B0604020202020204" pitchFamily="34" charset="0"/>
              <a:buChar char="•"/>
            </a:pPr>
            <a:endParaRPr lang="en-US" altLang="zh-CN" sz="2400">
              <a:solidFill>
                <a:schemeClr val="bg1">
                  <a:lumMod val="75000"/>
                </a:schemeClr>
              </a:solidFill>
              <a:sym typeface="+mn-ea"/>
            </a:endParaRPr>
          </a:p>
          <a:p>
            <a:pPr marL="285750" indent="-285750">
              <a:buFont typeface="Arial" panose="020B0604020202020204" pitchFamily="34" charset="0"/>
              <a:buChar char="•"/>
            </a:pPr>
            <a:endParaRPr lang="en-US" altLang="zh-CN" sz="2400">
              <a:solidFill>
                <a:schemeClr val="bg1">
                  <a:lumMod val="75000"/>
                </a:schemeClr>
              </a:solidFill>
              <a:sym typeface="+mn-ea"/>
            </a:endParaRPr>
          </a:p>
          <a:p>
            <a:pPr marL="285750" indent="-285750">
              <a:buFont typeface="Arial" panose="020B0604020202020204" pitchFamily="34" charset="0"/>
              <a:buChar char="•"/>
            </a:pPr>
            <a:r>
              <a:rPr lang="en-US" altLang="zh-CN" sz="2400">
                <a:solidFill>
                  <a:schemeClr val="bg1">
                    <a:lumMod val="75000"/>
                  </a:schemeClr>
                </a:solidFill>
                <a:sym typeface="+mn-ea"/>
              </a:rPr>
              <a:t>M</a:t>
            </a:r>
            <a:r>
              <a:rPr lang="zh-CN" altLang="en-US" sz="2400">
                <a:solidFill>
                  <a:schemeClr val="bg1">
                    <a:lumMod val="75000"/>
                  </a:schemeClr>
                </a:solidFill>
                <a:sym typeface="+mn-ea"/>
              </a:rPr>
              <a:t>anually implement one</a:t>
            </a:r>
            <a:r>
              <a:rPr lang="en-US" altLang="zh-CN" sz="2400">
                <a:solidFill>
                  <a:schemeClr val="bg1">
                    <a:lumMod val="75000"/>
                  </a:schemeClr>
                </a:solidFill>
                <a:sym typeface="+mn-ea"/>
              </a:rPr>
              <a:t> system</a:t>
            </a:r>
            <a:r>
              <a:rPr lang="zh-CN" altLang="en-US" sz="2400">
                <a:solidFill>
                  <a:schemeClr val="bg1">
                    <a:lumMod val="75000"/>
                  </a:schemeClr>
                </a:solidFill>
                <a:sym typeface="+mn-ea"/>
              </a:rPr>
              <a:t> following the publication</a:t>
            </a:r>
            <a:endParaRPr lang="zh-CN" altLang="en-US" sz="2400">
              <a:solidFill>
                <a:schemeClr val="bg1">
                  <a:lumMod val="75000"/>
                </a:schemeClr>
              </a:solidFill>
              <a:sym typeface="+mn-ea"/>
            </a:endParaRPr>
          </a:p>
        </p:txBody>
      </p:sp>
      <p:pic>
        <p:nvPicPr>
          <p:cNvPr id="4" name="图片 3"/>
          <p:cNvPicPr>
            <a:picLocks noChangeAspect="1"/>
          </p:cNvPicPr>
          <p:nvPr/>
        </p:nvPicPr>
        <p:blipFill>
          <a:blip r:embed="rId5"/>
          <a:stretch>
            <a:fillRect/>
          </a:stretch>
        </p:blipFill>
        <p:spPr>
          <a:xfrm>
            <a:off x="5429885" y="2066925"/>
            <a:ext cx="6442075" cy="3507740"/>
          </a:xfrm>
          <a:prstGeom prst="rect">
            <a:avLst/>
          </a:prstGeom>
        </p:spPr>
      </p:pic>
      <p:sp>
        <p:nvSpPr>
          <p:cNvPr id="10" name="灯片编号占位符 9"/>
          <p:cNvSpPr>
            <a:spLocks noGrp="1"/>
          </p:cNvSpPr>
          <p:nvPr>
            <p:ph type="sldNum" sz="quarter" idx="12"/>
          </p:nvPr>
        </p:nvSpPr>
        <p:spPr/>
        <p:txBody>
          <a:bodyPr/>
          <a:lstStyle/>
          <a:p>
            <a:fld id="{1FC953C7-F893-4DE8-A097-4DD7E89E8219}" type="slidenum">
              <a:rPr lang="zh-CN" altLang="en-US" smtClean="0"/>
            </a:fld>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7"/>
          <p:cNvSpPr/>
          <p:nvPr>
            <p:custDataLst>
              <p:tags r:id="rId1"/>
            </p:custDataLst>
          </p:nvPr>
        </p:nvSpPr>
        <p:spPr>
          <a:xfrm flipV="1">
            <a:off x="543235" y="922509"/>
            <a:ext cx="1140523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14098">
              <a:alpha val="9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a:solidFill>
                <a:srgbClr val="014098"/>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6" name="任意多边形 8"/>
          <p:cNvSpPr/>
          <p:nvPr>
            <p:custDataLst>
              <p:tags r:id="rId2"/>
            </p:custDataLst>
          </p:nvPr>
        </p:nvSpPr>
        <p:spPr>
          <a:xfrm>
            <a:off x="7297" y="616980"/>
            <a:ext cx="410536" cy="381886"/>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140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dirty="0">
              <a:solidFill>
                <a:srgbClr val="7EC234"/>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7" name="Title 1"/>
          <p:cNvSpPr txBox="1"/>
          <p:nvPr/>
        </p:nvSpPr>
        <p:spPr>
          <a:xfrm>
            <a:off x="621969" y="428446"/>
            <a:ext cx="4015736"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defRPr/>
            </a:pPr>
            <a:r>
              <a:rPr lang="en-US" altLang="zh-CN" sz="3600" b="1" dirty="0">
                <a:solidFill>
                  <a:srgbClr val="014098"/>
                </a:solidFill>
                <a:latin typeface="Calibri" panose="020F0502020204030204" charset="0"/>
                <a:ea typeface="Calibri" panose="020F0502020204030204" charset="0"/>
                <a:cs typeface="Calibri" panose="020F0502020204030204" charset="0"/>
                <a:sym typeface="+mn-ea"/>
              </a:rPr>
              <a:t>Motivation</a:t>
            </a:r>
            <a:endParaRPr lang="zh-CN" altLang="en-US" sz="3600" b="1" dirty="0">
              <a:solidFill>
                <a:srgbClr val="014098"/>
              </a:solidFill>
              <a:latin typeface="Calibri" panose="020F0502020204030204" charset="0"/>
              <a:ea typeface="Calibri" panose="020F0502020204030204" charset="0"/>
              <a:cs typeface="Calibri" panose="020F0502020204030204" charset="0"/>
              <a:sym typeface="+mn-ea"/>
            </a:endParaRPr>
          </a:p>
        </p:txBody>
      </p:sp>
      <p:pic>
        <p:nvPicPr>
          <p:cNvPr id="9" name="Picture 10"/>
          <p:cNvPicPr>
            <a:picLocks noChangeAspect="1"/>
          </p:cNvPicPr>
          <p:nvPr>
            <p:custDataLst>
              <p:tags r:id="rId3"/>
            </p:custDataLst>
          </p:nvPr>
        </p:nvPicPr>
        <p:blipFill>
          <a:blip r:embed="rId4"/>
          <a:stretch>
            <a:fillRect/>
          </a:stretch>
        </p:blipFill>
        <p:spPr>
          <a:xfrm>
            <a:off x="9886209" y="118756"/>
            <a:ext cx="2062261" cy="803753"/>
          </a:xfrm>
          <a:prstGeom prst="rect">
            <a:avLst/>
          </a:prstGeom>
        </p:spPr>
      </p:pic>
      <p:sp>
        <p:nvSpPr>
          <p:cNvPr id="2" name="文本框 1"/>
          <p:cNvSpPr txBox="1"/>
          <p:nvPr/>
        </p:nvSpPr>
        <p:spPr>
          <a:xfrm>
            <a:off x="417830" y="1466215"/>
            <a:ext cx="5117465" cy="4154170"/>
          </a:xfrm>
          <a:prstGeom prst="rect">
            <a:avLst/>
          </a:prstGeom>
          <a:noFill/>
        </p:spPr>
        <p:txBody>
          <a:bodyPr wrap="square" rtlCol="0" anchor="t">
            <a:spAutoFit/>
          </a:bodyPr>
          <a:lstStyle/>
          <a:p>
            <a:pPr marL="285750" indent="-285750">
              <a:buFont typeface="Arial" panose="020B0604020202020204" pitchFamily="34" charset="0"/>
              <a:buChar char="•"/>
            </a:pPr>
            <a:r>
              <a:rPr lang="en-US" altLang="zh-CN" sz="2400">
                <a:solidFill>
                  <a:schemeClr val="bg1">
                    <a:lumMod val="75000"/>
                  </a:schemeClr>
                </a:solidFill>
                <a:sym typeface="+mn-ea"/>
              </a:rPr>
              <a:t>R</a:t>
            </a:r>
            <a:r>
              <a:rPr lang="zh-CN" altLang="en-US" sz="2400">
                <a:solidFill>
                  <a:schemeClr val="bg1">
                    <a:lumMod val="75000"/>
                  </a:schemeClr>
                </a:solidFill>
                <a:sym typeface="+mn-ea"/>
              </a:rPr>
              <a:t>erun a publicly available prototype provided by the</a:t>
            </a:r>
            <a:r>
              <a:rPr lang="en-US" altLang="zh-CN" sz="2400">
                <a:solidFill>
                  <a:schemeClr val="bg1">
                    <a:lumMod val="75000"/>
                  </a:schemeClr>
                </a:solidFill>
                <a:sym typeface="+mn-ea"/>
              </a:rPr>
              <a:t> </a:t>
            </a:r>
            <a:r>
              <a:rPr lang="zh-CN" altLang="en-US" sz="2400">
                <a:solidFill>
                  <a:schemeClr val="bg1">
                    <a:lumMod val="75000"/>
                  </a:schemeClr>
                </a:solidFill>
                <a:sym typeface="+mn-ea"/>
              </a:rPr>
              <a:t>authors or other people</a:t>
            </a:r>
            <a:endParaRPr lang="zh-CN" altLang="en-US" sz="2400">
              <a:solidFill>
                <a:schemeClr val="bg1">
                  <a:lumMod val="75000"/>
                </a:schemeClr>
              </a:solidFill>
              <a:sym typeface="+mn-ea"/>
            </a:endParaRPr>
          </a:p>
          <a:p>
            <a:pPr marL="285750" indent="-285750">
              <a:buFont typeface="Arial" panose="020B0604020202020204" pitchFamily="34" charset="0"/>
              <a:buChar char="•"/>
            </a:pPr>
            <a:endParaRPr lang="zh-CN" altLang="en-US" sz="2400">
              <a:sym typeface="+mn-ea"/>
            </a:endParaRPr>
          </a:p>
          <a:p>
            <a:pPr marL="285750" indent="-285750">
              <a:buFont typeface="Arial" panose="020B0604020202020204" pitchFamily="34" charset="0"/>
              <a:buChar char="•"/>
            </a:pPr>
            <a:endParaRPr lang="en-US" altLang="zh-CN" sz="2400">
              <a:sym typeface="+mn-ea"/>
            </a:endParaRPr>
          </a:p>
          <a:p>
            <a:pPr marL="285750" indent="-285750">
              <a:buFont typeface="Arial" panose="020B0604020202020204" pitchFamily="34" charset="0"/>
              <a:buChar char="•"/>
            </a:pPr>
            <a:r>
              <a:rPr lang="en-US" altLang="zh-CN" sz="2400">
                <a:solidFill>
                  <a:schemeClr val="tx1"/>
                </a:solidFill>
                <a:sym typeface="+mn-ea"/>
              </a:rPr>
              <a:t>C</a:t>
            </a:r>
            <a:r>
              <a:rPr lang="zh-CN" altLang="en-US" sz="2400">
                <a:solidFill>
                  <a:schemeClr val="tx1"/>
                </a:solidFill>
                <a:sym typeface="+mn-ea"/>
              </a:rPr>
              <a:t>ontact the authors to ask for a</a:t>
            </a:r>
            <a:r>
              <a:rPr lang="en-US" altLang="zh-CN" sz="2400">
                <a:solidFill>
                  <a:schemeClr val="tx1"/>
                </a:solidFill>
                <a:sym typeface="+mn-ea"/>
              </a:rPr>
              <a:t> </a:t>
            </a:r>
            <a:r>
              <a:rPr lang="zh-CN" altLang="en-US" sz="2400">
                <a:solidFill>
                  <a:schemeClr val="tx1"/>
                </a:solidFill>
                <a:sym typeface="+mn-ea"/>
              </a:rPr>
              <a:t>private prototype</a:t>
            </a:r>
            <a:endParaRPr lang="zh-CN" altLang="en-US" sz="2400">
              <a:solidFill>
                <a:schemeClr val="tx1"/>
              </a:solidFill>
            </a:endParaRPr>
          </a:p>
          <a:p>
            <a:pPr marL="285750" indent="-285750">
              <a:buFont typeface="Arial" panose="020B0604020202020204" pitchFamily="34" charset="0"/>
              <a:buChar char="•"/>
            </a:pPr>
            <a:endParaRPr lang="en-US" altLang="zh-CN" sz="2400">
              <a:solidFill>
                <a:schemeClr val="bg1">
                  <a:lumMod val="75000"/>
                </a:schemeClr>
              </a:solidFill>
              <a:sym typeface="+mn-ea"/>
            </a:endParaRPr>
          </a:p>
          <a:p>
            <a:pPr marL="285750" indent="-285750">
              <a:buFont typeface="Arial" panose="020B0604020202020204" pitchFamily="34" charset="0"/>
              <a:buChar char="•"/>
            </a:pPr>
            <a:endParaRPr lang="en-US" altLang="zh-CN" sz="2400">
              <a:solidFill>
                <a:schemeClr val="bg1">
                  <a:lumMod val="75000"/>
                </a:schemeClr>
              </a:solidFill>
              <a:sym typeface="+mn-ea"/>
            </a:endParaRPr>
          </a:p>
          <a:p>
            <a:pPr marL="285750" indent="-285750">
              <a:buFont typeface="Arial" panose="020B0604020202020204" pitchFamily="34" charset="0"/>
              <a:buChar char="•"/>
            </a:pPr>
            <a:r>
              <a:rPr lang="en-US" altLang="zh-CN" sz="2400">
                <a:solidFill>
                  <a:schemeClr val="bg1">
                    <a:lumMod val="75000"/>
                  </a:schemeClr>
                </a:solidFill>
                <a:sym typeface="+mn-ea"/>
              </a:rPr>
              <a:t>M</a:t>
            </a:r>
            <a:r>
              <a:rPr lang="zh-CN" altLang="en-US" sz="2400">
                <a:solidFill>
                  <a:schemeClr val="bg1">
                    <a:lumMod val="75000"/>
                  </a:schemeClr>
                </a:solidFill>
                <a:sym typeface="+mn-ea"/>
              </a:rPr>
              <a:t>anually implement one</a:t>
            </a:r>
            <a:r>
              <a:rPr lang="en-US" altLang="zh-CN" sz="2400">
                <a:solidFill>
                  <a:schemeClr val="bg1">
                    <a:lumMod val="75000"/>
                  </a:schemeClr>
                </a:solidFill>
                <a:sym typeface="+mn-ea"/>
              </a:rPr>
              <a:t> system</a:t>
            </a:r>
            <a:r>
              <a:rPr lang="zh-CN" altLang="en-US" sz="2400">
                <a:solidFill>
                  <a:schemeClr val="bg1">
                    <a:lumMod val="75000"/>
                  </a:schemeClr>
                </a:solidFill>
                <a:sym typeface="+mn-ea"/>
              </a:rPr>
              <a:t> following the publication</a:t>
            </a:r>
            <a:endParaRPr lang="zh-CN" altLang="en-US" sz="2400">
              <a:solidFill>
                <a:schemeClr val="bg1">
                  <a:lumMod val="75000"/>
                </a:schemeClr>
              </a:solidFill>
              <a:sym typeface="+mn-ea"/>
            </a:endParaRPr>
          </a:p>
        </p:txBody>
      </p:sp>
      <p:pic>
        <p:nvPicPr>
          <p:cNvPr id="10" name="图片 9" descr="稿件-作者"/>
          <p:cNvPicPr>
            <a:picLocks noChangeAspect="1"/>
          </p:cNvPicPr>
          <p:nvPr/>
        </p:nvPicPr>
        <p:blipFill>
          <a:blip r:embed="rId5"/>
          <a:stretch>
            <a:fillRect/>
          </a:stretch>
        </p:blipFill>
        <p:spPr>
          <a:xfrm>
            <a:off x="5859145" y="3331210"/>
            <a:ext cx="1553210" cy="1553210"/>
          </a:xfrm>
          <a:prstGeom prst="rect">
            <a:avLst/>
          </a:prstGeom>
        </p:spPr>
      </p:pic>
      <p:sp>
        <p:nvSpPr>
          <p:cNvPr id="12" name="右箭头 11"/>
          <p:cNvSpPr/>
          <p:nvPr/>
        </p:nvSpPr>
        <p:spPr>
          <a:xfrm>
            <a:off x="7475220" y="3928745"/>
            <a:ext cx="2726690" cy="357505"/>
          </a:xfrm>
          <a:prstGeom prst="rightArrow">
            <a:avLst/>
          </a:prstGeom>
          <a:solidFill>
            <a:schemeClr val="accent1">
              <a:lumMod val="75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0" name="图片 29" descr="应用"/>
          <p:cNvPicPr>
            <a:picLocks noChangeAspect="1"/>
          </p:cNvPicPr>
          <p:nvPr/>
        </p:nvPicPr>
        <p:blipFill>
          <a:blip r:embed="rId6"/>
          <a:stretch>
            <a:fillRect/>
          </a:stretch>
        </p:blipFill>
        <p:spPr>
          <a:xfrm>
            <a:off x="10354310" y="3403600"/>
            <a:ext cx="1268095" cy="1268095"/>
          </a:xfrm>
          <a:prstGeom prst="rect">
            <a:avLst/>
          </a:prstGeom>
        </p:spPr>
      </p:pic>
      <p:pic>
        <p:nvPicPr>
          <p:cNvPr id="15" name="图片 14" descr="拒绝 (2)"/>
          <p:cNvPicPr>
            <a:picLocks noChangeAspect="1"/>
          </p:cNvPicPr>
          <p:nvPr/>
        </p:nvPicPr>
        <p:blipFill>
          <a:blip r:embed="rId7"/>
          <a:stretch>
            <a:fillRect/>
          </a:stretch>
        </p:blipFill>
        <p:spPr>
          <a:xfrm>
            <a:off x="8328025" y="2898775"/>
            <a:ext cx="1061085" cy="1061085"/>
          </a:xfrm>
          <a:prstGeom prst="rect">
            <a:avLst/>
          </a:prstGeom>
        </p:spPr>
      </p:pic>
      <p:sp>
        <p:nvSpPr>
          <p:cNvPr id="3" name="椭圆 2"/>
          <p:cNvSpPr/>
          <p:nvPr/>
        </p:nvSpPr>
        <p:spPr>
          <a:xfrm>
            <a:off x="6797040" y="1878965"/>
            <a:ext cx="1462405" cy="106235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t> patent filing</a:t>
            </a:r>
            <a:endParaRPr lang="zh-CN" altLang="en-US" sz="2000"/>
          </a:p>
        </p:txBody>
      </p:sp>
      <p:sp>
        <p:nvSpPr>
          <p:cNvPr id="4" name="椭圆 3"/>
          <p:cNvSpPr/>
          <p:nvPr/>
        </p:nvSpPr>
        <p:spPr>
          <a:xfrm>
            <a:off x="6994525" y="4961890"/>
            <a:ext cx="1976755" cy="13811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t>commercial product</a:t>
            </a:r>
            <a:endParaRPr lang="zh-CN" altLang="en-US" sz="2000"/>
          </a:p>
        </p:txBody>
      </p:sp>
      <p:sp>
        <p:nvSpPr>
          <p:cNvPr id="8" name="椭圆 7"/>
          <p:cNvSpPr/>
          <p:nvPr/>
        </p:nvSpPr>
        <p:spPr>
          <a:xfrm>
            <a:off x="9644380" y="2185035"/>
            <a:ext cx="1153795" cy="91503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t>policy</a:t>
            </a:r>
            <a:endParaRPr lang="zh-CN" altLang="en-US" sz="2000"/>
          </a:p>
        </p:txBody>
      </p:sp>
      <p:sp>
        <p:nvSpPr>
          <p:cNvPr id="11" name="椭圆 10"/>
          <p:cNvSpPr/>
          <p:nvPr/>
        </p:nvSpPr>
        <p:spPr>
          <a:xfrm>
            <a:off x="9499600" y="4837430"/>
            <a:ext cx="1443355" cy="10579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t>security</a:t>
            </a:r>
            <a:endParaRPr lang="zh-CN" altLang="en-US" sz="2000"/>
          </a:p>
        </p:txBody>
      </p:sp>
      <p:sp>
        <p:nvSpPr>
          <p:cNvPr id="13" name="文本框 12"/>
          <p:cNvSpPr txBox="1"/>
          <p:nvPr/>
        </p:nvSpPr>
        <p:spPr>
          <a:xfrm>
            <a:off x="7603490" y="4362450"/>
            <a:ext cx="2106930" cy="398780"/>
          </a:xfrm>
          <a:prstGeom prst="rect">
            <a:avLst/>
          </a:prstGeom>
          <a:noFill/>
        </p:spPr>
        <p:txBody>
          <a:bodyPr wrap="none" rtlCol="0">
            <a:spAutoFit/>
          </a:bodyPr>
          <a:lstStyle/>
          <a:p>
            <a:pPr algn="l"/>
            <a:r>
              <a:rPr lang="zh-CN" altLang="en-US" sz="2000" b="1">
                <a:solidFill>
                  <a:srgbClr val="C00000"/>
                </a:solidFill>
              </a:rPr>
              <a:t> reluctant to share</a:t>
            </a:r>
            <a:endParaRPr lang="zh-CN" altLang="en-US" sz="2000" b="1">
              <a:solidFill>
                <a:srgbClr val="C00000"/>
              </a:solidFill>
            </a:endParaRPr>
          </a:p>
        </p:txBody>
      </p:sp>
      <p:sp>
        <p:nvSpPr>
          <p:cNvPr id="14" name="灯片编号占位符 13"/>
          <p:cNvSpPr>
            <a:spLocks noGrp="1"/>
          </p:cNvSpPr>
          <p:nvPr>
            <p:ph type="sldNum" sz="quarter" idx="12"/>
          </p:nvPr>
        </p:nvSpPr>
        <p:spPr/>
        <p:txBody>
          <a:bodyPr/>
          <a:lstStyle/>
          <a:p>
            <a:fld id="{1FC953C7-F893-4DE8-A097-4DD7E89E8219}" type="slidenum">
              <a:rPr lang="zh-CN" altLang="en-US" smtClean="0"/>
            </a:fld>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7"/>
          <p:cNvSpPr/>
          <p:nvPr>
            <p:custDataLst>
              <p:tags r:id="rId1"/>
            </p:custDataLst>
          </p:nvPr>
        </p:nvSpPr>
        <p:spPr>
          <a:xfrm flipV="1">
            <a:off x="543235" y="922509"/>
            <a:ext cx="1140523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14098">
              <a:alpha val="9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a:solidFill>
                <a:srgbClr val="014098"/>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6" name="任意多边形 8"/>
          <p:cNvSpPr/>
          <p:nvPr>
            <p:custDataLst>
              <p:tags r:id="rId2"/>
            </p:custDataLst>
          </p:nvPr>
        </p:nvSpPr>
        <p:spPr>
          <a:xfrm>
            <a:off x="7297" y="616980"/>
            <a:ext cx="410536" cy="381886"/>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140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dirty="0">
              <a:solidFill>
                <a:srgbClr val="7EC234"/>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7" name="Title 1"/>
          <p:cNvSpPr txBox="1"/>
          <p:nvPr/>
        </p:nvSpPr>
        <p:spPr>
          <a:xfrm>
            <a:off x="621969" y="428446"/>
            <a:ext cx="4015736"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defRPr/>
            </a:pPr>
            <a:r>
              <a:rPr lang="en-US" altLang="zh-CN" sz="3600" b="1" dirty="0">
                <a:solidFill>
                  <a:srgbClr val="014098"/>
                </a:solidFill>
                <a:latin typeface="Calibri" panose="020F0502020204030204" charset="0"/>
                <a:ea typeface="Calibri" panose="020F0502020204030204" charset="0"/>
                <a:cs typeface="Calibri" panose="020F0502020204030204" charset="0"/>
                <a:sym typeface="+mn-ea"/>
              </a:rPr>
              <a:t>Motivation</a:t>
            </a:r>
            <a:endParaRPr lang="zh-CN" altLang="en-US" sz="3600" b="1" dirty="0">
              <a:solidFill>
                <a:srgbClr val="014098"/>
              </a:solidFill>
              <a:latin typeface="Calibri" panose="020F0502020204030204" charset="0"/>
              <a:ea typeface="Calibri" panose="020F0502020204030204" charset="0"/>
              <a:cs typeface="Calibri" panose="020F0502020204030204" charset="0"/>
              <a:sym typeface="+mn-ea"/>
            </a:endParaRPr>
          </a:p>
        </p:txBody>
      </p:sp>
      <p:pic>
        <p:nvPicPr>
          <p:cNvPr id="9" name="Picture 10"/>
          <p:cNvPicPr>
            <a:picLocks noChangeAspect="1"/>
          </p:cNvPicPr>
          <p:nvPr>
            <p:custDataLst>
              <p:tags r:id="rId3"/>
            </p:custDataLst>
          </p:nvPr>
        </p:nvPicPr>
        <p:blipFill>
          <a:blip r:embed="rId4"/>
          <a:stretch>
            <a:fillRect/>
          </a:stretch>
        </p:blipFill>
        <p:spPr>
          <a:xfrm>
            <a:off x="9886209" y="118756"/>
            <a:ext cx="2062261" cy="803753"/>
          </a:xfrm>
          <a:prstGeom prst="rect">
            <a:avLst/>
          </a:prstGeom>
        </p:spPr>
      </p:pic>
      <p:sp>
        <p:nvSpPr>
          <p:cNvPr id="2" name="文本框 1"/>
          <p:cNvSpPr txBox="1"/>
          <p:nvPr/>
        </p:nvSpPr>
        <p:spPr>
          <a:xfrm>
            <a:off x="417830" y="1466215"/>
            <a:ext cx="5084445" cy="4154170"/>
          </a:xfrm>
          <a:prstGeom prst="rect">
            <a:avLst/>
          </a:prstGeom>
          <a:noFill/>
        </p:spPr>
        <p:txBody>
          <a:bodyPr wrap="square" rtlCol="0" anchor="t">
            <a:spAutoFit/>
          </a:bodyPr>
          <a:lstStyle/>
          <a:p>
            <a:pPr marL="285750" indent="-285750">
              <a:buFont typeface="Arial" panose="020B0604020202020204" pitchFamily="34" charset="0"/>
              <a:buChar char="•"/>
            </a:pPr>
            <a:r>
              <a:rPr lang="en-US" altLang="zh-CN" sz="2400">
                <a:solidFill>
                  <a:schemeClr val="bg1">
                    <a:lumMod val="75000"/>
                  </a:schemeClr>
                </a:solidFill>
                <a:sym typeface="+mn-ea"/>
              </a:rPr>
              <a:t>R</a:t>
            </a:r>
            <a:r>
              <a:rPr lang="zh-CN" altLang="en-US" sz="2400">
                <a:solidFill>
                  <a:schemeClr val="bg1">
                    <a:lumMod val="75000"/>
                  </a:schemeClr>
                </a:solidFill>
                <a:sym typeface="+mn-ea"/>
              </a:rPr>
              <a:t>erun a publicly available prototype provided by the</a:t>
            </a:r>
            <a:r>
              <a:rPr lang="en-US" altLang="zh-CN" sz="2400">
                <a:solidFill>
                  <a:schemeClr val="bg1">
                    <a:lumMod val="75000"/>
                  </a:schemeClr>
                </a:solidFill>
                <a:sym typeface="+mn-ea"/>
              </a:rPr>
              <a:t> </a:t>
            </a:r>
            <a:r>
              <a:rPr lang="zh-CN" altLang="en-US" sz="2400">
                <a:solidFill>
                  <a:schemeClr val="bg1">
                    <a:lumMod val="75000"/>
                  </a:schemeClr>
                </a:solidFill>
                <a:sym typeface="+mn-ea"/>
              </a:rPr>
              <a:t>authors or other people</a:t>
            </a:r>
            <a:endParaRPr lang="zh-CN" altLang="en-US" sz="2400">
              <a:solidFill>
                <a:schemeClr val="bg1">
                  <a:lumMod val="75000"/>
                </a:schemeClr>
              </a:solidFill>
              <a:sym typeface="+mn-ea"/>
            </a:endParaRPr>
          </a:p>
          <a:p>
            <a:pPr marL="285750" indent="-285750">
              <a:buFont typeface="Arial" panose="020B0604020202020204" pitchFamily="34" charset="0"/>
              <a:buChar char="•"/>
            </a:pPr>
            <a:endParaRPr lang="zh-CN" altLang="en-US" sz="2400">
              <a:sym typeface="+mn-ea"/>
            </a:endParaRPr>
          </a:p>
          <a:p>
            <a:pPr marL="285750" indent="-285750">
              <a:buFont typeface="Arial" panose="020B0604020202020204" pitchFamily="34" charset="0"/>
              <a:buChar char="•"/>
            </a:pPr>
            <a:endParaRPr lang="en-US" altLang="zh-CN" sz="2400">
              <a:sym typeface="+mn-ea"/>
            </a:endParaRPr>
          </a:p>
          <a:p>
            <a:pPr marL="285750" indent="-285750">
              <a:buFont typeface="Arial" panose="020B0604020202020204" pitchFamily="34" charset="0"/>
              <a:buChar char="•"/>
            </a:pPr>
            <a:r>
              <a:rPr lang="en-US" altLang="zh-CN" sz="2400">
                <a:solidFill>
                  <a:schemeClr val="bg1">
                    <a:lumMod val="75000"/>
                  </a:schemeClr>
                </a:solidFill>
                <a:sym typeface="+mn-ea"/>
              </a:rPr>
              <a:t>C</a:t>
            </a:r>
            <a:r>
              <a:rPr lang="zh-CN" altLang="en-US" sz="2400">
                <a:solidFill>
                  <a:schemeClr val="bg1">
                    <a:lumMod val="75000"/>
                  </a:schemeClr>
                </a:solidFill>
                <a:sym typeface="+mn-ea"/>
              </a:rPr>
              <a:t>ontact the authors to ask for a</a:t>
            </a:r>
            <a:r>
              <a:rPr lang="en-US" altLang="zh-CN" sz="2400">
                <a:solidFill>
                  <a:schemeClr val="bg1">
                    <a:lumMod val="75000"/>
                  </a:schemeClr>
                </a:solidFill>
                <a:sym typeface="+mn-ea"/>
              </a:rPr>
              <a:t> </a:t>
            </a:r>
            <a:r>
              <a:rPr lang="zh-CN" altLang="en-US" sz="2400">
                <a:solidFill>
                  <a:schemeClr val="bg1">
                    <a:lumMod val="75000"/>
                  </a:schemeClr>
                </a:solidFill>
                <a:sym typeface="+mn-ea"/>
              </a:rPr>
              <a:t>private prototype</a:t>
            </a:r>
            <a:endParaRPr lang="zh-CN" altLang="en-US" sz="2400">
              <a:solidFill>
                <a:schemeClr val="bg1">
                  <a:lumMod val="75000"/>
                </a:schemeClr>
              </a:solidFill>
            </a:endParaRPr>
          </a:p>
          <a:p>
            <a:pPr marL="285750" indent="-285750">
              <a:buFont typeface="Arial" panose="020B0604020202020204" pitchFamily="34" charset="0"/>
              <a:buChar char="•"/>
            </a:pPr>
            <a:endParaRPr lang="en-US" altLang="zh-CN" sz="2400">
              <a:solidFill>
                <a:schemeClr val="bg1">
                  <a:lumMod val="75000"/>
                </a:schemeClr>
              </a:solidFill>
              <a:sym typeface="+mn-ea"/>
            </a:endParaRPr>
          </a:p>
          <a:p>
            <a:pPr marL="285750" indent="-285750">
              <a:buFont typeface="Arial" panose="020B0604020202020204" pitchFamily="34" charset="0"/>
              <a:buChar char="•"/>
            </a:pPr>
            <a:endParaRPr lang="en-US" altLang="zh-CN" sz="2400">
              <a:solidFill>
                <a:schemeClr val="tx1"/>
              </a:solidFill>
              <a:sym typeface="+mn-ea"/>
            </a:endParaRPr>
          </a:p>
          <a:p>
            <a:pPr marL="285750" indent="-285750">
              <a:buFont typeface="Arial" panose="020B0604020202020204" pitchFamily="34" charset="0"/>
              <a:buChar char="•"/>
            </a:pPr>
            <a:r>
              <a:rPr lang="en-US" altLang="zh-CN" sz="2400">
                <a:solidFill>
                  <a:schemeClr val="tx1"/>
                </a:solidFill>
                <a:sym typeface="+mn-ea"/>
              </a:rPr>
              <a:t>M</a:t>
            </a:r>
            <a:r>
              <a:rPr lang="zh-CN" altLang="en-US" sz="2400">
                <a:solidFill>
                  <a:schemeClr val="tx1"/>
                </a:solidFill>
                <a:sym typeface="+mn-ea"/>
              </a:rPr>
              <a:t>anually implement one</a:t>
            </a:r>
            <a:r>
              <a:rPr lang="en-US" altLang="zh-CN" sz="2400">
                <a:solidFill>
                  <a:schemeClr val="tx1"/>
                </a:solidFill>
                <a:sym typeface="+mn-ea"/>
              </a:rPr>
              <a:t> system</a:t>
            </a:r>
            <a:r>
              <a:rPr lang="zh-CN" altLang="en-US" sz="2400">
                <a:solidFill>
                  <a:schemeClr val="tx1"/>
                </a:solidFill>
                <a:sym typeface="+mn-ea"/>
              </a:rPr>
              <a:t> following the publication</a:t>
            </a:r>
            <a:endParaRPr lang="zh-CN" altLang="en-US" sz="2400">
              <a:solidFill>
                <a:schemeClr val="tx1"/>
              </a:solidFill>
              <a:sym typeface="+mn-ea"/>
            </a:endParaRPr>
          </a:p>
        </p:txBody>
      </p:sp>
      <p:pic>
        <p:nvPicPr>
          <p:cNvPr id="14" name="图片 13" descr="超时未更新"/>
          <p:cNvPicPr>
            <a:picLocks noChangeAspect="1"/>
          </p:cNvPicPr>
          <p:nvPr/>
        </p:nvPicPr>
        <p:blipFill>
          <a:blip r:embed="rId5"/>
          <a:stretch>
            <a:fillRect/>
          </a:stretch>
        </p:blipFill>
        <p:spPr>
          <a:xfrm>
            <a:off x="5592445" y="2635250"/>
            <a:ext cx="1503680" cy="1503680"/>
          </a:xfrm>
          <a:prstGeom prst="rect">
            <a:avLst/>
          </a:prstGeom>
        </p:spPr>
      </p:pic>
      <p:pic>
        <p:nvPicPr>
          <p:cNvPr id="16" name="图片 15" descr="teamwork"/>
          <p:cNvPicPr>
            <a:picLocks noChangeAspect="1"/>
          </p:cNvPicPr>
          <p:nvPr/>
        </p:nvPicPr>
        <p:blipFill>
          <a:blip r:embed="rId6"/>
          <a:stretch>
            <a:fillRect/>
          </a:stretch>
        </p:blipFill>
        <p:spPr>
          <a:xfrm>
            <a:off x="7933690" y="2635250"/>
            <a:ext cx="1498600" cy="1498600"/>
          </a:xfrm>
          <a:prstGeom prst="rect">
            <a:avLst/>
          </a:prstGeom>
        </p:spPr>
      </p:pic>
      <p:pic>
        <p:nvPicPr>
          <p:cNvPr id="17" name="图片 16" descr="hse_隐患审核"/>
          <p:cNvPicPr>
            <a:picLocks noChangeAspect="1"/>
          </p:cNvPicPr>
          <p:nvPr/>
        </p:nvPicPr>
        <p:blipFill>
          <a:blip r:embed="rId7"/>
          <a:stretch>
            <a:fillRect/>
          </a:stretch>
        </p:blipFill>
        <p:spPr>
          <a:xfrm>
            <a:off x="10045065" y="2492375"/>
            <a:ext cx="1784350" cy="1784350"/>
          </a:xfrm>
          <a:prstGeom prst="rect">
            <a:avLst/>
          </a:prstGeom>
        </p:spPr>
      </p:pic>
      <p:sp>
        <p:nvSpPr>
          <p:cNvPr id="18" name="文本框 17"/>
          <p:cNvSpPr txBox="1"/>
          <p:nvPr/>
        </p:nvSpPr>
        <p:spPr>
          <a:xfrm>
            <a:off x="5293995" y="4395470"/>
            <a:ext cx="2162175" cy="460375"/>
          </a:xfrm>
          <a:prstGeom prst="rect">
            <a:avLst/>
          </a:prstGeom>
          <a:noFill/>
        </p:spPr>
        <p:txBody>
          <a:bodyPr wrap="none" rtlCol="0">
            <a:spAutoFit/>
          </a:bodyPr>
          <a:lstStyle/>
          <a:p>
            <a:pPr algn="l"/>
            <a:r>
              <a:rPr lang="zh-CN" altLang="en-US" sz="2400"/>
              <a:t>time consuming</a:t>
            </a:r>
            <a:endParaRPr lang="zh-CN" altLang="en-US" sz="2400"/>
          </a:p>
        </p:txBody>
      </p:sp>
      <p:sp>
        <p:nvSpPr>
          <p:cNvPr id="19" name="文本框 18"/>
          <p:cNvSpPr txBox="1"/>
          <p:nvPr/>
        </p:nvSpPr>
        <p:spPr>
          <a:xfrm>
            <a:off x="7633970" y="4400550"/>
            <a:ext cx="2237740" cy="460375"/>
          </a:xfrm>
          <a:prstGeom prst="rect">
            <a:avLst/>
          </a:prstGeom>
          <a:noFill/>
        </p:spPr>
        <p:txBody>
          <a:bodyPr wrap="none" rtlCol="0">
            <a:spAutoFit/>
          </a:bodyPr>
          <a:lstStyle/>
          <a:p>
            <a:pPr algn="l"/>
            <a:r>
              <a:rPr lang="zh-CN" altLang="en-US" sz="2400">
                <a:sym typeface="+mn-ea"/>
              </a:rPr>
              <a:t>labor</a:t>
            </a:r>
            <a:r>
              <a:rPr lang="en-US" altLang="zh-CN" sz="2400">
                <a:sym typeface="+mn-ea"/>
              </a:rPr>
              <a:t> consuming</a:t>
            </a:r>
            <a:endParaRPr lang="en-US" altLang="zh-CN" sz="2400">
              <a:sym typeface="+mn-ea"/>
            </a:endParaRPr>
          </a:p>
        </p:txBody>
      </p:sp>
      <p:sp>
        <p:nvSpPr>
          <p:cNvPr id="20" name="文本框 19"/>
          <p:cNvSpPr txBox="1"/>
          <p:nvPr/>
        </p:nvSpPr>
        <p:spPr>
          <a:xfrm>
            <a:off x="10238105" y="4370070"/>
            <a:ext cx="1760220" cy="460375"/>
          </a:xfrm>
          <a:prstGeom prst="rect">
            <a:avLst/>
          </a:prstGeom>
          <a:noFill/>
        </p:spPr>
        <p:txBody>
          <a:bodyPr wrap="square" rtlCol="0" anchor="t">
            <a:spAutoFit/>
          </a:bodyPr>
          <a:lstStyle/>
          <a:p>
            <a:r>
              <a:rPr lang="zh-CN" altLang="en-US" sz="2400"/>
              <a:t>error</a:t>
            </a:r>
            <a:r>
              <a:rPr lang="en-US" altLang="zh-CN" sz="2400"/>
              <a:t> </a:t>
            </a:r>
            <a:r>
              <a:rPr lang="zh-CN" altLang="en-US" sz="2400"/>
              <a:t>prone</a:t>
            </a:r>
            <a:endParaRPr lang="zh-CN" altLang="en-US" sz="2400"/>
          </a:p>
        </p:txBody>
      </p:sp>
      <p:sp>
        <p:nvSpPr>
          <p:cNvPr id="3" name="灯片编号占位符 2"/>
          <p:cNvSpPr>
            <a:spLocks noGrp="1"/>
          </p:cNvSpPr>
          <p:nvPr>
            <p:ph type="sldNum" sz="quarter" idx="12"/>
          </p:nvPr>
        </p:nvSpPr>
        <p:spPr/>
        <p:txBody>
          <a:bodyPr/>
          <a:lstStyle/>
          <a:p>
            <a:fld id="{1FC953C7-F893-4DE8-A097-4DD7E89E8219}" type="slidenum">
              <a:rPr lang="zh-CN" altLang="en-US" smtClean="0"/>
            </a:fld>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8963025" y="6356350"/>
            <a:ext cx="2743200" cy="365125"/>
          </a:xfrm>
        </p:spPr>
        <p:txBody>
          <a:bodyPr/>
          <a:lstStyle/>
          <a:p>
            <a:fld id="{1FC953C7-F893-4DE8-A097-4DD7E89E8219}" type="slidenum">
              <a:rPr lang="zh-CN" altLang="en-US" smtClean="0"/>
            </a:fld>
            <a:endParaRPr lang="zh-CN" altLang="en-US"/>
          </a:p>
        </p:txBody>
      </p:sp>
      <p:sp>
        <p:nvSpPr>
          <p:cNvPr id="5" name="任意多边形 7"/>
          <p:cNvSpPr/>
          <p:nvPr>
            <p:custDataLst>
              <p:tags r:id="rId1"/>
            </p:custDataLst>
          </p:nvPr>
        </p:nvSpPr>
        <p:spPr>
          <a:xfrm flipV="1">
            <a:off x="543235" y="922509"/>
            <a:ext cx="1140523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14098">
              <a:alpha val="9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a:solidFill>
                <a:srgbClr val="014098"/>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6" name="任意多边形 8"/>
          <p:cNvSpPr/>
          <p:nvPr>
            <p:custDataLst>
              <p:tags r:id="rId2"/>
            </p:custDataLst>
          </p:nvPr>
        </p:nvSpPr>
        <p:spPr>
          <a:xfrm>
            <a:off x="7297" y="616980"/>
            <a:ext cx="410536" cy="381886"/>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140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dirty="0">
              <a:solidFill>
                <a:srgbClr val="7EC234"/>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7" name="Title 1"/>
          <p:cNvSpPr txBox="1"/>
          <p:nvPr/>
        </p:nvSpPr>
        <p:spPr>
          <a:xfrm>
            <a:off x="621665" y="428625"/>
            <a:ext cx="10414635" cy="379730"/>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defRPr/>
            </a:pPr>
            <a:r>
              <a:rPr lang="en-US" altLang="zh-CN" sz="3600" b="1" dirty="0">
                <a:solidFill>
                  <a:srgbClr val="014098"/>
                </a:solidFill>
                <a:latin typeface="Calibri" panose="020F0502020204030204" charset="0"/>
                <a:ea typeface="Calibri" panose="020F0502020204030204" charset="0"/>
                <a:cs typeface="Calibri" panose="020F0502020204030204" charset="0"/>
                <a:sym typeface="+mn-ea"/>
              </a:rPr>
              <a:t>Contents</a:t>
            </a:r>
            <a:endParaRPr lang="en-US" altLang="zh-CN" sz="3600" b="1" dirty="0">
              <a:solidFill>
                <a:srgbClr val="014098"/>
              </a:solidFill>
              <a:latin typeface="Calibri" panose="020F0502020204030204" charset="0"/>
              <a:ea typeface="Calibri" panose="020F0502020204030204" charset="0"/>
              <a:cs typeface="Calibri" panose="020F0502020204030204" charset="0"/>
              <a:sym typeface="+mn-ea"/>
            </a:endParaRPr>
          </a:p>
        </p:txBody>
      </p:sp>
      <p:pic>
        <p:nvPicPr>
          <p:cNvPr id="9" name="Picture 10"/>
          <p:cNvPicPr>
            <a:picLocks noChangeAspect="1"/>
          </p:cNvPicPr>
          <p:nvPr>
            <p:custDataLst>
              <p:tags r:id="rId3"/>
            </p:custDataLst>
          </p:nvPr>
        </p:nvPicPr>
        <p:blipFill>
          <a:blip r:embed="rId4"/>
          <a:stretch>
            <a:fillRect/>
          </a:stretch>
        </p:blipFill>
        <p:spPr>
          <a:xfrm>
            <a:off x="9886209" y="118756"/>
            <a:ext cx="2062261" cy="803753"/>
          </a:xfrm>
          <a:prstGeom prst="rect">
            <a:avLst/>
          </a:prstGeom>
        </p:spPr>
      </p:pic>
      <p:sp>
        <p:nvSpPr>
          <p:cNvPr id="3" name="文本框 2"/>
          <p:cNvSpPr txBox="1"/>
          <p:nvPr/>
        </p:nvSpPr>
        <p:spPr>
          <a:xfrm>
            <a:off x="1279525" y="1507490"/>
            <a:ext cx="3665855" cy="4030980"/>
          </a:xfrm>
          <a:prstGeom prst="rect">
            <a:avLst/>
          </a:prstGeom>
          <a:noFill/>
        </p:spPr>
        <p:txBody>
          <a:bodyPr wrap="square" rtlCol="0">
            <a:spAutoFit/>
          </a:bodyPr>
          <a:lstStyle/>
          <a:p>
            <a:pPr marL="457200" indent="-457200" algn="l">
              <a:buFont typeface="Wingdings" panose="05000000000000000000" charset="0"/>
              <a:buChar char="Ø"/>
            </a:pPr>
            <a:r>
              <a:rPr lang="en-US" altLang="zh-CN" sz="3200"/>
              <a:t>Background   			</a:t>
            </a:r>
            <a:endParaRPr lang="en-US" altLang="zh-CN" sz="3200"/>
          </a:p>
          <a:p>
            <a:pPr marL="457200" indent="-457200" algn="l">
              <a:buFont typeface="Wingdings" panose="05000000000000000000" charset="0"/>
              <a:buChar char="Ø"/>
            </a:pPr>
            <a:r>
              <a:rPr lang="en-US" altLang="zh-CN" sz="3200"/>
              <a:t>Goal					</a:t>
            </a:r>
            <a:endParaRPr lang="en-US" altLang="zh-CN" sz="3200"/>
          </a:p>
          <a:p>
            <a:pPr marL="457200" indent="-457200" algn="l">
              <a:buFont typeface="Wingdings" panose="05000000000000000000" charset="0"/>
              <a:buChar char="Ø"/>
            </a:pPr>
            <a:r>
              <a:rPr lang="en-US" sz="3200" dirty="0">
                <a:latin typeface="Calibri" panose="020F0502020204030204" charset="0"/>
                <a:cs typeface="Calibri" panose="020F0502020204030204" charset="0"/>
                <a:sym typeface="+mn-ea"/>
              </a:rPr>
              <a:t>Schedule 					</a:t>
            </a:r>
            <a:endParaRPr lang="en-US" sz="3200" dirty="0">
              <a:latin typeface="Calibri" panose="020F0502020204030204" charset="0"/>
              <a:cs typeface="Calibri" panose="020F0502020204030204" charset="0"/>
              <a:sym typeface="+mn-ea"/>
            </a:endParaRPr>
          </a:p>
          <a:p>
            <a:pPr algn="l"/>
            <a:endParaRPr lang="en-US" altLang="zh-CN" sz="3200"/>
          </a:p>
        </p:txBody>
      </p:sp>
      <p:sp>
        <p:nvSpPr>
          <p:cNvPr id="122" name="文本框 121"/>
          <p:cNvSpPr txBox="1"/>
          <p:nvPr/>
        </p:nvSpPr>
        <p:spPr>
          <a:xfrm>
            <a:off x="6843395" y="1507490"/>
            <a:ext cx="2740025" cy="3107690"/>
          </a:xfrm>
          <a:prstGeom prst="rect">
            <a:avLst/>
          </a:prstGeom>
          <a:noFill/>
        </p:spPr>
        <p:txBody>
          <a:bodyPr wrap="none" rtlCol="0" anchor="t">
            <a:spAutoFit/>
          </a:bodyPr>
          <a:lstStyle/>
          <a:p>
            <a:pPr marL="457200" indent="-457200" algn="l">
              <a:buClrTx/>
              <a:buSzTx/>
              <a:buFont typeface="Wingdings" panose="05000000000000000000" charset="0"/>
              <a:buChar char="Ø"/>
            </a:pPr>
            <a:r>
              <a:rPr lang="en-US" altLang="zh-CN" sz="3200">
                <a:sym typeface="+mn-ea"/>
              </a:rPr>
              <a:t>Motivation</a:t>
            </a:r>
            <a:endParaRPr lang="en-US" altLang="zh-CN" sz="3200">
              <a:sym typeface="+mn-ea"/>
            </a:endParaRPr>
          </a:p>
          <a:p>
            <a:pPr marL="457200" indent="-457200" algn="l">
              <a:buClrTx/>
              <a:buSzTx/>
              <a:buFont typeface="Wingdings" panose="05000000000000000000" charset="0"/>
              <a:buChar char="Ø"/>
            </a:pPr>
            <a:endParaRPr lang="en-US" altLang="zh-CN" sz="3200">
              <a:sym typeface="+mn-ea"/>
            </a:endParaRPr>
          </a:p>
          <a:p>
            <a:pPr marL="457200" indent="-457200" algn="l">
              <a:buClrTx/>
              <a:buSzTx/>
              <a:buFont typeface="Wingdings" panose="05000000000000000000" charset="0"/>
              <a:buChar char="Ø"/>
            </a:pPr>
            <a:r>
              <a:rPr lang="en-US" altLang="zh-CN" sz="3200">
                <a:sym typeface="+mn-ea"/>
              </a:rPr>
              <a:t>Feasibility</a:t>
            </a:r>
            <a:endParaRPr lang="en-US" altLang="zh-CN" sz="3200">
              <a:sym typeface="+mn-ea"/>
            </a:endParaRPr>
          </a:p>
          <a:p>
            <a:pPr marL="457200" indent="-457200" algn="l">
              <a:buClrTx/>
              <a:buSzTx/>
              <a:buFont typeface="Wingdings" panose="05000000000000000000" charset="0"/>
              <a:buChar char="Ø"/>
            </a:pPr>
            <a:endParaRPr lang="en-US" altLang="zh-CN" sz="3200">
              <a:sym typeface="+mn-ea"/>
            </a:endParaRPr>
          </a:p>
          <a:p>
            <a:pPr marL="457200" indent="-457200" algn="l">
              <a:buClrTx/>
              <a:buSzTx/>
              <a:buFont typeface="Wingdings" panose="05000000000000000000" charset="0"/>
              <a:buChar char="Ø"/>
            </a:pPr>
            <a:r>
              <a:rPr lang="en-US" altLang="zh-CN" sz="3200">
                <a:sym typeface="+mn-ea"/>
              </a:rPr>
              <a:t>Expectations</a:t>
            </a:r>
            <a:endParaRPr lang="en-US" altLang="zh-CN" sz="3200">
              <a:sym typeface="+mn-ea"/>
            </a:endParaRPr>
          </a:p>
          <a:p>
            <a:pPr marL="457200" indent="-457200" algn="l">
              <a:buFont typeface="Wingdings" panose="05000000000000000000" charset="0"/>
              <a:buChar char="Ø"/>
            </a:pPr>
            <a:endParaRPr lang="en-US" dirty="0">
              <a:latin typeface="Calibri" panose="020F0502020204030204" charset="0"/>
              <a:cs typeface="Calibri" panose="020F0502020204030204" charset="0"/>
              <a:sym typeface="+mn-ea"/>
            </a:endParaRPr>
          </a:p>
          <a:p>
            <a:pPr marL="457200" indent="-457200" algn="l">
              <a:buFont typeface="Wingdings" panose="05000000000000000000" charset="0"/>
              <a:buChar char="Ø"/>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1" end="1"/>
                                            </p:txEl>
                                          </p:spTgt>
                                        </p:tgtEl>
                                        <p:attrNameLst>
                                          <p:attrName>style.color</p:attrName>
                                        </p:attrNameLst>
                                      </p:cBhvr>
                                      <p:to>
                                        <p:clrVal>
                                          <a:schemeClr val="accent2"/>
                                        </p:clrVal>
                                      </p:to>
                                    </p:set>
                                    <p:set>
                                      <p:cBhvr>
                                        <p:cTn id="7" dur="500" fill="hold"/>
                                        <p:tgtEl>
                                          <p:spTgt spid="3">
                                            <p:txEl>
                                              <p:pRg st="1" end="1"/>
                                            </p:txEl>
                                          </p:spTgt>
                                        </p:tgtEl>
                                        <p:attrNameLst>
                                          <p:attrName>fillcolor</p:attrName>
                                        </p:attrNameLst>
                                      </p:cBhvr>
                                      <p:to>
                                        <p:clrVal>
                                          <a:schemeClr val="accent2"/>
                                        </p:clrVal>
                                      </p:to>
                                    </p:set>
                                    <p:set>
                                      <p:cBhvr>
                                        <p:cTn id="8" dur="500" fill="hold"/>
                                        <p:tgtEl>
                                          <p:spTgt spid="3">
                                            <p:txEl>
                                              <p:pRg st="1" end="1"/>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7"/>
          <p:cNvSpPr/>
          <p:nvPr>
            <p:custDataLst>
              <p:tags r:id="rId1"/>
            </p:custDataLst>
          </p:nvPr>
        </p:nvSpPr>
        <p:spPr>
          <a:xfrm flipV="1">
            <a:off x="543235" y="918064"/>
            <a:ext cx="1140523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14098">
              <a:alpha val="9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a:solidFill>
                <a:srgbClr val="014098"/>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6" name="任意多边形 8"/>
          <p:cNvSpPr/>
          <p:nvPr>
            <p:custDataLst>
              <p:tags r:id="rId2"/>
            </p:custDataLst>
          </p:nvPr>
        </p:nvSpPr>
        <p:spPr>
          <a:xfrm>
            <a:off x="7297" y="612535"/>
            <a:ext cx="410536" cy="381886"/>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140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dirty="0">
              <a:solidFill>
                <a:srgbClr val="7EC234"/>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7" name="Title 1"/>
          <p:cNvSpPr txBox="1"/>
          <p:nvPr/>
        </p:nvSpPr>
        <p:spPr>
          <a:xfrm>
            <a:off x="621665" y="428625"/>
            <a:ext cx="10095865" cy="379730"/>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defRPr/>
            </a:pPr>
            <a:r>
              <a:rPr lang="en-US" altLang="zh-CN" sz="3600" b="1" dirty="0">
                <a:solidFill>
                  <a:srgbClr val="014098"/>
                </a:solidFill>
                <a:latin typeface="Calibri" panose="020F0502020204030204" charset="0"/>
                <a:ea typeface="Calibri" panose="020F0502020204030204" charset="0"/>
                <a:cs typeface="Calibri" panose="020F0502020204030204" charset="0"/>
                <a:sym typeface="+mn-ea"/>
              </a:rPr>
              <a:t>Goal</a:t>
            </a:r>
            <a:endParaRPr lang="zh-CN" altLang="en-US" sz="3600" b="1" dirty="0">
              <a:solidFill>
                <a:srgbClr val="014098"/>
              </a:solidFill>
              <a:latin typeface="Calibri" panose="020F0502020204030204" charset="0"/>
              <a:ea typeface="Calibri" panose="020F0502020204030204" charset="0"/>
              <a:cs typeface="Calibri" panose="020F0502020204030204" charset="0"/>
              <a:sym typeface="+mn-ea"/>
            </a:endParaRPr>
          </a:p>
        </p:txBody>
      </p:sp>
      <p:pic>
        <p:nvPicPr>
          <p:cNvPr id="9" name="Picture 10"/>
          <p:cNvPicPr>
            <a:picLocks noChangeAspect="1"/>
          </p:cNvPicPr>
          <p:nvPr>
            <p:custDataLst>
              <p:tags r:id="rId3"/>
            </p:custDataLst>
          </p:nvPr>
        </p:nvPicPr>
        <p:blipFill>
          <a:blip r:embed="rId4"/>
          <a:stretch>
            <a:fillRect/>
          </a:stretch>
        </p:blipFill>
        <p:spPr>
          <a:xfrm>
            <a:off x="9886209" y="118756"/>
            <a:ext cx="2062261" cy="803753"/>
          </a:xfrm>
          <a:prstGeom prst="rect">
            <a:avLst/>
          </a:prstGeom>
        </p:spPr>
      </p:pic>
      <p:sp>
        <p:nvSpPr>
          <p:cNvPr id="30" name="灯片编号占位符 29"/>
          <p:cNvSpPr>
            <a:spLocks noGrp="1"/>
          </p:cNvSpPr>
          <p:nvPr>
            <p:ph type="sldNum" sz="quarter" idx="12"/>
          </p:nvPr>
        </p:nvSpPr>
        <p:spPr/>
        <p:txBody>
          <a:bodyPr/>
          <a:lstStyle/>
          <a:p>
            <a:fld id="{1FC953C7-F893-4DE8-A097-4DD7E89E8219}" type="slidenum">
              <a:rPr lang="zh-CN" altLang="en-US" smtClean="0"/>
            </a:fld>
            <a:endParaRPr lang="zh-CN" altLang="en-US"/>
          </a:p>
        </p:txBody>
      </p:sp>
      <p:sp>
        <p:nvSpPr>
          <p:cNvPr id="35" name="圆角矩形 34"/>
          <p:cNvSpPr/>
          <p:nvPr/>
        </p:nvSpPr>
        <p:spPr>
          <a:xfrm>
            <a:off x="1179195" y="1403350"/>
            <a:ext cx="10133330" cy="87884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sym typeface="+mn-ea"/>
              </a:rPr>
              <a:t>R</a:t>
            </a:r>
            <a:r>
              <a:rPr lang="zh-CN" altLang="en-US" sz="2400">
                <a:sym typeface="+mn-ea"/>
              </a:rPr>
              <a:t>eproducing </a:t>
            </a:r>
            <a:r>
              <a:rPr lang="en-US" altLang="zh-CN" sz="2400">
                <a:sym typeface="+mn-ea"/>
              </a:rPr>
              <a:t>N</a:t>
            </a:r>
            <a:r>
              <a:rPr lang="zh-CN" altLang="en-US" sz="2400">
                <a:sym typeface="+mn-ea"/>
              </a:rPr>
              <a:t>etwork </a:t>
            </a:r>
            <a:r>
              <a:rPr lang="en-US" altLang="zh-CN" sz="2400">
                <a:sym typeface="+mn-ea"/>
              </a:rPr>
              <a:t>R</a:t>
            </a:r>
            <a:r>
              <a:rPr lang="zh-CN" altLang="en-US" sz="2400">
                <a:sym typeface="+mn-ea"/>
              </a:rPr>
              <a:t>esearch </a:t>
            </a:r>
            <a:r>
              <a:rPr lang="en-US" altLang="zh-CN" sz="2400">
                <a:sym typeface="+mn-ea"/>
              </a:rPr>
              <a:t>R</a:t>
            </a:r>
            <a:r>
              <a:rPr lang="zh-CN" altLang="en-US" sz="2400">
                <a:sym typeface="+mn-ea"/>
              </a:rPr>
              <a:t>esults </a:t>
            </a:r>
            <a:r>
              <a:rPr lang="en-US" altLang="zh-CN" sz="2400">
                <a:sym typeface="+mn-ea"/>
              </a:rPr>
              <a:t>U</a:t>
            </a:r>
            <a:r>
              <a:rPr lang="zh-CN" altLang="en-US" sz="2400">
                <a:sym typeface="+mn-ea"/>
              </a:rPr>
              <a:t>sing </a:t>
            </a:r>
            <a:r>
              <a:rPr lang="en-US" altLang="zh-CN" sz="2400">
                <a:sym typeface="+mn-ea"/>
              </a:rPr>
              <a:t>L</a:t>
            </a:r>
            <a:r>
              <a:rPr lang="zh-CN" altLang="en-US" sz="2400">
                <a:sym typeface="+mn-ea"/>
              </a:rPr>
              <a:t>arg</a:t>
            </a:r>
            <a:r>
              <a:rPr lang="en-US" altLang="zh-CN" sz="2400">
                <a:sym typeface="+mn-ea"/>
              </a:rPr>
              <a:t>e L</a:t>
            </a:r>
            <a:r>
              <a:rPr lang="zh-CN" altLang="en-US" sz="2400">
                <a:sym typeface="+mn-ea"/>
              </a:rPr>
              <a:t>anguage </a:t>
            </a:r>
            <a:r>
              <a:rPr lang="en-US" altLang="zh-CN" sz="2400">
                <a:sym typeface="+mn-ea"/>
              </a:rPr>
              <a:t>M</a:t>
            </a:r>
            <a:r>
              <a:rPr lang="zh-CN" altLang="en-US" sz="2400">
                <a:sym typeface="+mn-ea"/>
              </a:rPr>
              <a:t>odels (LLMs)</a:t>
            </a:r>
            <a:endParaRPr lang="zh-CN" altLang="en-US" sz="2400">
              <a:sym typeface="+mn-ea"/>
            </a:endParaRPr>
          </a:p>
        </p:txBody>
      </p:sp>
      <p:sp>
        <p:nvSpPr>
          <p:cNvPr id="19458" name="Freeform 2"/>
          <p:cNvSpPr/>
          <p:nvPr>
            <p:custDataLst>
              <p:tags r:id="rId5"/>
            </p:custDataLst>
          </p:nvPr>
        </p:nvSpPr>
        <p:spPr bwMode="auto">
          <a:xfrm>
            <a:off x="4637419" y="3496902"/>
            <a:ext cx="515655" cy="821315"/>
          </a:xfrm>
          <a:custGeom>
            <a:avLst/>
            <a:gdLst>
              <a:gd name="T0" fmla="*/ 113 w 113"/>
              <a:gd name="T1" fmla="*/ 19 h 180"/>
              <a:gd name="T2" fmla="*/ 109 w 113"/>
              <a:gd name="T3" fmla="*/ 10 h 180"/>
              <a:gd name="T4" fmla="*/ 105 w 113"/>
              <a:gd name="T5" fmla="*/ 0 h 180"/>
              <a:gd name="T6" fmla="*/ 8 w 113"/>
              <a:gd name="T7" fmla="*/ 149 h 180"/>
              <a:gd name="T8" fmla="*/ 0 w 113"/>
              <a:gd name="T9" fmla="*/ 150 h 180"/>
              <a:gd name="T10" fmla="*/ 20 w 113"/>
              <a:gd name="T11" fmla="*/ 180 h 180"/>
              <a:gd name="T12" fmla="*/ 35 w 113"/>
              <a:gd name="T13" fmla="*/ 147 h 180"/>
              <a:gd name="T14" fmla="*/ 28 w 113"/>
              <a:gd name="T15" fmla="*/ 148 h 180"/>
              <a:gd name="T16" fmla="*/ 113 w 113"/>
              <a:gd name="T17" fmla="*/ 19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180">
                <a:moveTo>
                  <a:pt x="113" y="19"/>
                </a:moveTo>
                <a:cubicBezTo>
                  <a:pt x="109" y="10"/>
                  <a:pt x="109" y="10"/>
                  <a:pt x="109" y="10"/>
                </a:cubicBezTo>
                <a:cubicBezTo>
                  <a:pt x="105" y="0"/>
                  <a:pt x="105" y="0"/>
                  <a:pt x="105" y="0"/>
                </a:cubicBezTo>
                <a:cubicBezTo>
                  <a:pt x="104" y="1"/>
                  <a:pt x="8" y="41"/>
                  <a:pt x="8" y="149"/>
                </a:cubicBezTo>
                <a:cubicBezTo>
                  <a:pt x="0" y="150"/>
                  <a:pt x="0" y="150"/>
                  <a:pt x="0" y="150"/>
                </a:cubicBezTo>
                <a:cubicBezTo>
                  <a:pt x="20" y="180"/>
                  <a:pt x="20" y="180"/>
                  <a:pt x="20" y="180"/>
                </a:cubicBezTo>
                <a:cubicBezTo>
                  <a:pt x="35" y="147"/>
                  <a:pt x="35" y="147"/>
                  <a:pt x="35" y="147"/>
                </a:cubicBezTo>
                <a:cubicBezTo>
                  <a:pt x="28" y="148"/>
                  <a:pt x="28" y="148"/>
                  <a:pt x="28" y="148"/>
                </a:cubicBezTo>
                <a:cubicBezTo>
                  <a:pt x="29" y="54"/>
                  <a:pt x="109" y="20"/>
                  <a:pt x="113" y="19"/>
                </a:cubicBezTo>
                <a:close/>
              </a:path>
            </a:pathLst>
          </a:custGeom>
        </p:spPr>
        <p:style>
          <a:lnRef idx="2">
            <a:schemeClr val="accent2">
              <a:shade val="50000"/>
            </a:schemeClr>
          </a:lnRef>
          <a:fillRef idx="1">
            <a:schemeClr val="accent2"/>
          </a:fillRef>
          <a:effectRef idx="0">
            <a:schemeClr val="accent2"/>
          </a:effectRef>
          <a:fontRef idx="minor">
            <a:schemeClr val="lt1"/>
          </a:fontRef>
        </p:style>
        <p:txBody>
          <a:bodyPr vert="horz" wrap="square" lIns="90000" tIns="46800" rIns="90000" bIns="46800" anchor="ctr" anchorCtr="0">
            <a:normAutofit/>
          </a:bodyPr>
          <a:lstStyle/>
          <a:p>
            <a:endParaRPr lang="zh-CN" altLang="en-US" sz="1270"/>
          </a:p>
        </p:txBody>
      </p:sp>
      <p:sp>
        <p:nvSpPr>
          <p:cNvPr id="19459" name="Freeform 3"/>
          <p:cNvSpPr/>
          <p:nvPr>
            <p:custDataLst>
              <p:tags r:id="rId6"/>
            </p:custDataLst>
          </p:nvPr>
        </p:nvSpPr>
        <p:spPr bwMode="auto">
          <a:xfrm>
            <a:off x="5280293" y="2821525"/>
            <a:ext cx="332462" cy="629561"/>
          </a:xfrm>
          <a:custGeom>
            <a:avLst/>
            <a:gdLst>
              <a:gd name="T0" fmla="*/ 62 w 73"/>
              <a:gd name="T1" fmla="*/ 34 h 138"/>
              <a:gd name="T2" fmla="*/ 73 w 73"/>
              <a:gd name="T3" fmla="*/ 0 h 138"/>
              <a:gd name="T4" fmla="*/ 38 w 73"/>
              <a:gd name="T5" fmla="*/ 7 h 138"/>
              <a:gd name="T6" fmla="*/ 43 w 73"/>
              <a:gd name="T7" fmla="*/ 13 h 138"/>
              <a:gd name="T8" fmla="*/ 10 w 73"/>
              <a:gd name="T9" fmla="*/ 138 h 138"/>
              <a:gd name="T10" fmla="*/ 30 w 73"/>
              <a:gd name="T11" fmla="*/ 135 h 138"/>
              <a:gd name="T12" fmla="*/ 56 w 73"/>
              <a:gd name="T13" fmla="*/ 28 h 138"/>
              <a:gd name="T14" fmla="*/ 62 w 73"/>
              <a:gd name="T15" fmla="*/ 34 h 1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3" h="138">
                <a:moveTo>
                  <a:pt x="62" y="34"/>
                </a:moveTo>
                <a:cubicBezTo>
                  <a:pt x="73" y="0"/>
                  <a:pt x="73" y="0"/>
                  <a:pt x="73" y="0"/>
                </a:cubicBezTo>
                <a:cubicBezTo>
                  <a:pt x="38" y="7"/>
                  <a:pt x="38" y="7"/>
                  <a:pt x="38" y="7"/>
                </a:cubicBezTo>
                <a:cubicBezTo>
                  <a:pt x="43" y="13"/>
                  <a:pt x="43" y="13"/>
                  <a:pt x="43" y="13"/>
                </a:cubicBezTo>
                <a:cubicBezTo>
                  <a:pt x="0" y="63"/>
                  <a:pt x="9" y="135"/>
                  <a:pt x="10" y="138"/>
                </a:cubicBezTo>
                <a:cubicBezTo>
                  <a:pt x="30" y="135"/>
                  <a:pt x="30" y="135"/>
                  <a:pt x="30" y="135"/>
                </a:cubicBezTo>
                <a:cubicBezTo>
                  <a:pt x="29" y="135"/>
                  <a:pt x="21" y="71"/>
                  <a:pt x="56" y="28"/>
                </a:cubicBezTo>
                <a:lnTo>
                  <a:pt x="62" y="34"/>
                </a:lnTo>
                <a:close/>
              </a:path>
            </a:pathLst>
          </a:custGeom>
        </p:spPr>
        <p:style>
          <a:lnRef idx="2">
            <a:schemeClr val="accent2">
              <a:shade val="50000"/>
            </a:schemeClr>
          </a:lnRef>
          <a:fillRef idx="1">
            <a:schemeClr val="accent2"/>
          </a:fillRef>
          <a:effectRef idx="0">
            <a:schemeClr val="accent2"/>
          </a:effectRef>
          <a:fontRef idx="minor">
            <a:schemeClr val="lt1"/>
          </a:fontRef>
        </p:style>
        <p:txBody>
          <a:bodyPr vert="horz" wrap="square" lIns="90000" tIns="46800" rIns="90000" bIns="46800" anchor="ctr" anchorCtr="0">
            <a:normAutofit/>
          </a:bodyPr>
          <a:lstStyle/>
          <a:p>
            <a:endParaRPr lang="zh-CN" altLang="en-US" sz="1270"/>
          </a:p>
        </p:txBody>
      </p:sp>
      <p:sp>
        <p:nvSpPr>
          <p:cNvPr id="19460" name="Freeform 4"/>
          <p:cNvSpPr/>
          <p:nvPr>
            <p:custDataLst>
              <p:tags r:id="rId7"/>
            </p:custDataLst>
          </p:nvPr>
        </p:nvSpPr>
        <p:spPr bwMode="auto">
          <a:xfrm>
            <a:off x="6723788" y="3821016"/>
            <a:ext cx="1231466" cy="1810626"/>
          </a:xfrm>
          <a:custGeom>
            <a:avLst/>
            <a:gdLst>
              <a:gd name="T0" fmla="*/ 220 w 270"/>
              <a:gd name="T1" fmla="*/ 143 h 397"/>
              <a:gd name="T2" fmla="*/ 0 w 270"/>
              <a:gd name="T3" fmla="*/ 13 h 397"/>
              <a:gd name="T4" fmla="*/ 2 w 270"/>
              <a:gd name="T5" fmla="*/ 33 h 397"/>
              <a:gd name="T6" fmla="*/ 202 w 270"/>
              <a:gd name="T7" fmla="*/ 151 h 397"/>
              <a:gd name="T8" fmla="*/ 179 w 270"/>
              <a:gd name="T9" fmla="*/ 366 h 397"/>
              <a:gd name="T10" fmla="*/ 173 w 270"/>
              <a:gd name="T11" fmla="*/ 361 h 397"/>
              <a:gd name="T12" fmla="*/ 167 w 270"/>
              <a:gd name="T13" fmla="*/ 397 h 397"/>
              <a:gd name="T14" fmla="*/ 201 w 270"/>
              <a:gd name="T15" fmla="*/ 384 h 397"/>
              <a:gd name="T16" fmla="*/ 194 w 270"/>
              <a:gd name="T17" fmla="*/ 379 h 397"/>
              <a:gd name="T18" fmla="*/ 220 w 270"/>
              <a:gd name="T19" fmla="*/ 143 h 3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0" h="397">
                <a:moveTo>
                  <a:pt x="220" y="143"/>
                </a:moveTo>
                <a:cubicBezTo>
                  <a:pt x="154" y="0"/>
                  <a:pt x="2" y="13"/>
                  <a:pt x="0" y="13"/>
                </a:cubicBezTo>
                <a:cubicBezTo>
                  <a:pt x="2" y="33"/>
                  <a:pt x="2" y="33"/>
                  <a:pt x="2" y="33"/>
                </a:cubicBezTo>
                <a:cubicBezTo>
                  <a:pt x="4" y="33"/>
                  <a:pt x="141" y="21"/>
                  <a:pt x="202" y="151"/>
                </a:cubicBezTo>
                <a:cubicBezTo>
                  <a:pt x="246" y="244"/>
                  <a:pt x="208" y="324"/>
                  <a:pt x="179" y="366"/>
                </a:cubicBezTo>
                <a:cubicBezTo>
                  <a:pt x="173" y="361"/>
                  <a:pt x="173" y="361"/>
                  <a:pt x="173" y="361"/>
                </a:cubicBezTo>
                <a:cubicBezTo>
                  <a:pt x="167" y="397"/>
                  <a:pt x="167" y="397"/>
                  <a:pt x="167" y="397"/>
                </a:cubicBezTo>
                <a:cubicBezTo>
                  <a:pt x="201" y="384"/>
                  <a:pt x="201" y="384"/>
                  <a:pt x="201" y="384"/>
                </a:cubicBezTo>
                <a:cubicBezTo>
                  <a:pt x="194" y="379"/>
                  <a:pt x="194" y="379"/>
                  <a:pt x="194" y="379"/>
                </a:cubicBezTo>
                <a:cubicBezTo>
                  <a:pt x="221" y="340"/>
                  <a:pt x="270" y="248"/>
                  <a:pt x="220" y="143"/>
                </a:cubicBezTo>
                <a:close/>
              </a:path>
            </a:pathLst>
          </a:custGeom>
        </p:spPr>
        <p:style>
          <a:lnRef idx="2">
            <a:schemeClr val="accent2">
              <a:shade val="50000"/>
            </a:schemeClr>
          </a:lnRef>
          <a:fillRef idx="1">
            <a:schemeClr val="accent2"/>
          </a:fillRef>
          <a:effectRef idx="0">
            <a:schemeClr val="accent2"/>
          </a:effectRef>
          <a:fontRef idx="minor">
            <a:schemeClr val="lt1"/>
          </a:fontRef>
        </p:style>
        <p:txBody>
          <a:bodyPr vert="horz" wrap="square" lIns="90000" tIns="46800" rIns="90000" bIns="46800" anchor="ctr" anchorCtr="0">
            <a:normAutofit/>
          </a:bodyPr>
          <a:lstStyle/>
          <a:p>
            <a:endParaRPr lang="zh-CN" altLang="en-US" sz="1270"/>
          </a:p>
        </p:txBody>
      </p:sp>
      <p:sp>
        <p:nvSpPr>
          <p:cNvPr id="19462" name="Freeform 6"/>
          <p:cNvSpPr/>
          <p:nvPr>
            <p:custDataLst>
              <p:tags r:id="rId8"/>
            </p:custDataLst>
          </p:nvPr>
        </p:nvSpPr>
        <p:spPr bwMode="auto">
          <a:xfrm>
            <a:off x="5840050" y="4067072"/>
            <a:ext cx="1781046" cy="1707113"/>
          </a:xfrm>
          <a:custGeom>
            <a:avLst/>
            <a:gdLst>
              <a:gd name="T0" fmla="*/ 299 w 391"/>
              <a:gd name="T1" fmla="*/ 103 h 374"/>
              <a:gd name="T2" fmla="*/ 275 w 391"/>
              <a:gd name="T3" fmla="*/ 79 h 374"/>
              <a:gd name="T4" fmla="*/ 286 w 391"/>
              <a:gd name="T5" fmla="*/ 14 h 374"/>
              <a:gd name="T6" fmla="*/ 249 w 391"/>
              <a:gd name="T7" fmla="*/ 0 h 374"/>
              <a:gd name="T8" fmla="*/ 215 w 391"/>
              <a:gd name="T9" fmla="*/ 55 h 374"/>
              <a:gd name="T10" fmla="*/ 142 w 391"/>
              <a:gd name="T11" fmla="*/ 64 h 374"/>
              <a:gd name="T12" fmla="*/ 92 w 391"/>
              <a:gd name="T13" fmla="*/ 21 h 374"/>
              <a:gd name="T14" fmla="*/ 61 w 391"/>
              <a:gd name="T15" fmla="*/ 46 h 374"/>
              <a:gd name="T16" fmla="*/ 91 w 391"/>
              <a:gd name="T17" fmla="*/ 103 h 374"/>
              <a:gd name="T18" fmla="*/ 62 w 391"/>
              <a:gd name="T19" fmla="*/ 172 h 374"/>
              <a:gd name="T20" fmla="*/ 0 w 391"/>
              <a:gd name="T21" fmla="*/ 194 h 374"/>
              <a:gd name="T22" fmla="*/ 6 w 391"/>
              <a:gd name="T23" fmla="*/ 233 h 374"/>
              <a:gd name="T24" fmla="*/ 70 w 391"/>
              <a:gd name="T25" fmla="*/ 235 h 374"/>
              <a:gd name="T26" fmla="*/ 91 w 391"/>
              <a:gd name="T27" fmla="*/ 272 h 374"/>
              <a:gd name="T28" fmla="*/ 115 w 391"/>
              <a:gd name="T29" fmla="*/ 295 h 374"/>
              <a:gd name="T30" fmla="*/ 103 w 391"/>
              <a:gd name="T31" fmla="*/ 360 h 374"/>
              <a:gd name="T32" fmla="*/ 140 w 391"/>
              <a:gd name="T33" fmla="*/ 374 h 374"/>
              <a:gd name="T34" fmla="*/ 174 w 391"/>
              <a:gd name="T35" fmla="*/ 320 h 374"/>
              <a:gd name="T36" fmla="*/ 248 w 391"/>
              <a:gd name="T37" fmla="*/ 311 h 374"/>
              <a:gd name="T38" fmla="*/ 298 w 391"/>
              <a:gd name="T39" fmla="*/ 354 h 374"/>
              <a:gd name="T40" fmla="*/ 329 w 391"/>
              <a:gd name="T41" fmla="*/ 328 h 374"/>
              <a:gd name="T42" fmla="*/ 299 w 391"/>
              <a:gd name="T43" fmla="*/ 272 h 374"/>
              <a:gd name="T44" fmla="*/ 328 w 391"/>
              <a:gd name="T45" fmla="*/ 203 h 374"/>
              <a:gd name="T46" fmla="*/ 391 w 391"/>
              <a:gd name="T47" fmla="*/ 181 h 374"/>
              <a:gd name="T48" fmla="*/ 384 w 391"/>
              <a:gd name="T49" fmla="*/ 142 h 374"/>
              <a:gd name="T50" fmla="*/ 320 w 391"/>
              <a:gd name="T51" fmla="*/ 139 h 374"/>
              <a:gd name="T52" fmla="*/ 299 w 391"/>
              <a:gd name="T53" fmla="*/ 103 h 3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91" h="374">
                <a:moveTo>
                  <a:pt x="299" y="103"/>
                </a:moveTo>
                <a:cubicBezTo>
                  <a:pt x="292" y="94"/>
                  <a:pt x="284" y="86"/>
                  <a:pt x="275" y="79"/>
                </a:cubicBezTo>
                <a:cubicBezTo>
                  <a:pt x="286" y="14"/>
                  <a:pt x="286" y="14"/>
                  <a:pt x="286" y="14"/>
                </a:cubicBezTo>
                <a:cubicBezTo>
                  <a:pt x="249" y="0"/>
                  <a:pt x="249" y="0"/>
                  <a:pt x="249" y="0"/>
                </a:cubicBezTo>
                <a:cubicBezTo>
                  <a:pt x="215" y="55"/>
                  <a:pt x="215" y="55"/>
                  <a:pt x="215" y="55"/>
                </a:cubicBezTo>
                <a:cubicBezTo>
                  <a:pt x="191" y="51"/>
                  <a:pt x="165" y="54"/>
                  <a:pt x="142" y="64"/>
                </a:cubicBezTo>
                <a:cubicBezTo>
                  <a:pt x="92" y="21"/>
                  <a:pt x="92" y="21"/>
                  <a:pt x="92" y="21"/>
                </a:cubicBezTo>
                <a:cubicBezTo>
                  <a:pt x="61" y="46"/>
                  <a:pt x="61" y="46"/>
                  <a:pt x="61" y="46"/>
                </a:cubicBezTo>
                <a:cubicBezTo>
                  <a:pt x="91" y="103"/>
                  <a:pt x="91" y="103"/>
                  <a:pt x="91" y="103"/>
                </a:cubicBezTo>
                <a:cubicBezTo>
                  <a:pt x="75" y="123"/>
                  <a:pt x="65" y="147"/>
                  <a:pt x="62" y="172"/>
                </a:cubicBezTo>
                <a:cubicBezTo>
                  <a:pt x="0" y="194"/>
                  <a:pt x="0" y="194"/>
                  <a:pt x="0" y="194"/>
                </a:cubicBezTo>
                <a:cubicBezTo>
                  <a:pt x="6" y="233"/>
                  <a:pt x="6" y="233"/>
                  <a:pt x="6" y="233"/>
                </a:cubicBezTo>
                <a:cubicBezTo>
                  <a:pt x="70" y="235"/>
                  <a:pt x="70" y="235"/>
                  <a:pt x="70" y="235"/>
                </a:cubicBezTo>
                <a:cubicBezTo>
                  <a:pt x="75" y="248"/>
                  <a:pt x="82" y="260"/>
                  <a:pt x="91" y="272"/>
                </a:cubicBezTo>
                <a:cubicBezTo>
                  <a:pt x="98" y="281"/>
                  <a:pt x="106" y="288"/>
                  <a:pt x="115" y="295"/>
                </a:cubicBezTo>
                <a:cubicBezTo>
                  <a:pt x="103" y="360"/>
                  <a:pt x="103" y="360"/>
                  <a:pt x="103" y="360"/>
                </a:cubicBezTo>
                <a:cubicBezTo>
                  <a:pt x="140" y="374"/>
                  <a:pt x="140" y="374"/>
                  <a:pt x="140" y="374"/>
                </a:cubicBezTo>
                <a:cubicBezTo>
                  <a:pt x="174" y="320"/>
                  <a:pt x="174" y="320"/>
                  <a:pt x="174" y="320"/>
                </a:cubicBezTo>
                <a:cubicBezTo>
                  <a:pt x="199" y="324"/>
                  <a:pt x="225" y="321"/>
                  <a:pt x="248" y="311"/>
                </a:cubicBezTo>
                <a:cubicBezTo>
                  <a:pt x="298" y="354"/>
                  <a:pt x="298" y="354"/>
                  <a:pt x="298" y="354"/>
                </a:cubicBezTo>
                <a:cubicBezTo>
                  <a:pt x="329" y="328"/>
                  <a:pt x="329" y="328"/>
                  <a:pt x="329" y="328"/>
                </a:cubicBezTo>
                <a:cubicBezTo>
                  <a:pt x="299" y="272"/>
                  <a:pt x="299" y="272"/>
                  <a:pt x="299" y="272"/>
                </a:cubicBezTo>
                <a:cubicBezTo>
                  <a:pt x="316" y="252"/>
                  <a:pt x="325" y="228"/>
                  <a:pt x="328" y="203"/>
                </a:cubicBezTo>
                <a:cubicBezTo>
                  <a:pt x="391" y="181"/>
                  <a:pt x="391" y="181"/>
                  <a:pt x="391" y="181"/>
                </a:cubicBezTo>
                <a:cubicBezTo>
                  <a:pt x="384" y="142"/>
                  <a:pt x="384" y="142"/>
                  <a:pt x="384" y="142"/>
                </a:cubicBezTo>
                <a:cubicBezTo>
                  <a:pt x="320" y="139"/>
                  <a:pt x="320" y="139"/>
                  <a:pt x="320" y="139"/>
                </a:cubicBezTo>
                <a:cubicBezTo>
                  <a:pt x="315" y="127"/>
                  <a:pt x="309" y="114"/>
                  <a:pt x="299" y="103"/>
                </a:cubicBezTo>
                <a:close/>
              </a:path>
            </a:pathLst>
          </a:custGeom>
          <a:solidFill>
            <a:srgbClr val="433123"/>
          </a:solidFill>
          <a:ln>
            <a:noFill/>
          </a:ln>
          <a:extLst>
            <a:ext uri="{91240B29-F687-4F45-9708-019B960494DF}">
              <a14:hiddenLine xmlns:a14="http://schemas.microsoft.com/office/drawing/2010/main" w="9525">
                <a:solidFill>
                  <a:srgbClr val="000000"/>
                </a:solidFill>
                <a:round/>
              </a14:hiddenLine>
            </a:ext>
          </a:extLst>
        </p:spPr>
        <p:txBody>
          <a:bodyPr vert="horz" wrap="square" lIns="90000" tIns="46800" rIns="90000" bIns="46800" anchor="ctr" anchorCtr="0">
            <a:normAutofit/>
          </a:bodyPr>
          <a:lstStyle/>
          <a:p>
            <a:endParaRPr lang="zh-CN" altLang="en-US" sz="1270"/>
          </a:p>
        </p:txBody>
      </p:sp>
      <p:sp>
        <p:nvSpPr>
          <p:cNvPr id="19463" name="Freeform 7"/>
          <p:cNvSpPr/>
          <p:nvPr>
            <p:custDataLst>
              <p:tags r:id="rId9"/>
            </p:custDataLst>
          </p:nvPr>
        </p:nvSpPr>
        <p:spPr bwMode="auto">
          <a:xfrm>
            <a:off x="6242058" y="4431912"/>
            <a:ext cx="980423" cy="980826"/>
          </a:xfrm>
          <a:custGeom>
            <a:avLst/>
            <a:gdLst>
              <a:gd name="T0" fmla="*/ 182 w 215"/>
              <a:gd name="T1" fmla="*/ 47 h 215"/>
              <a:gd name="T2" fmla="*/ 167 w 215"/>
              <a:gd name="T3" fmla="*/ 182 h 215"/>
              <a:gd name="T4" fmla="*/ 33 w 215"/>
              <a:gd name="T5" fmla="*/ 167 h 215"/>
              <a:gd name="T6" fmla="*/ 47 w 215"/>
              <a:gd name="T7" fmla="*/ 33 h 215"/>
              <a:gd name="T8" fmla="*/ 182 w 215"/>
              <a:gd name="T9" fmla="*/ 47 h 215"/>
            </a:gdLst>
            <a:ahLst/>
            <a:cxnLst>
              <a:cxn ang="0">
                <a:pos x="T0" y="T1"/>
              </a:cxn>
              <a:cxn ang="0">
                <a:pos x="T2" y="T3"/>
              </a:cxn>
              <a:cxn ang="0">
                <a:pos x="T4" y="T5"/>
              </a:cxn>
              <a:cxn ang="0">
                <a:pos x="T6" y="T7"/>
              </a:cxn>
              <a:cxn ang="0">
                <a:pos x="T8" y="T9"/>
              </a:cxn>
            </a:cxnLst>
            <a:rect l="0" t="0" r="r" b="b"/>
            <a:pathLst>
              <a:path w="215" h="215">
                <a:moveTo>
                  <a:pt x="182" y="47"/>
                </a:moveTo>
                <a:cubicBezTo>
                  <a:pt x="215" y="88"/>
                  <a:pt x="208" y="149"/>
                  <a:pt x="167" y="182"/>
                </a:cubicBezTo>
                <a:cubicBezTo>
                  <a:pt x="126" y="215"/>
                  <a:pt x="66" y="209"/>
                  <a:pt x="33" y="167"/>
                </a:cubicBezTo>
                <a:cubicBezTo>
                  <a:pt x="0" y="126"/>
                  <a:pt x="6" y="66"/>
                  <a:pt x="47" y="33"/>
                </a:cubicBezTo>
                <a:cubicBezTo>
                  <a:pt x="88" y="0"/>
                  <a:pt x="148" y="6"/>
                  <a:pt x="182" y="47"/>
                </a:cubicBezTo>
                <a:close/>
              </a:path>
            </a:pathLst>
          </a:custGeom>
          <a:solidFill>
            <a:srgbClr val="F1985D"/>
          </a:solidFill>
          <a:ln>
            <a:noFill/>
          </a:ln>
          <a:extLst>
            <a:ext uri="{91240B29-F687-4F45-9708-019B960494DF}">
              <a14:hiddenLine xmlns:a14="http://schemas.microsoft.com/office/drawing/2010/main" w="9525">
                <a:solidFill>
                  <a:srgbClr val="000000"/>
                </a:solidFill>
                <a:round/>
              </a14:hiddenLine>
            </a:ext>
          </a:extLst>
        </p:spPr>
        <p:txBody>
          <a:bodyPr vert="horz" wrap="square" lIns="90000" tIns="46800" rIns="90000" bIns="46800" anchor="ctr" anchorCtr="0">
            <a:normAutofit/>
          </a:bodyPr>
          <a:lstStyle/>
          <a:p>
            <a:endParaRPr lang="zh-CN" altLang="en-US" sz="1270"/>
          </a:p>
        </p:txBody>
      </p:sp>
      <p:sp>
        <p:nvSpPr>
          <p:cNvPr id="19464" name="Freeform 8"/>
          <p:cNvSpPr>
            <a:spLocks noEditPoints="1"/>
          </p:cNvSpPr>
          <p:nvPr>
            <p:custDataLst>
              <p:tags r:id="rId10"/>
            </p:custDataLst>
          </p:nvPr>
        </p:nvSpPr>
        <p:spPr bwMode="auto">
          <a:xfrm>
            <a:off x="6579608" y="4752632"/>
            <a:ext cx="349424" cy="346174"/>
          </a:xfrm>
          <a:custGeom>
            <a:avLst/>
            <a:gdLst>
              <a:gd name="T0" fmla="*/ 10 w 77"/>
              <a:gd name="T1" fmla="*/ 2 h 76"/>
              <a:gd name="T2" fmla="*/ 15 w 77"/>
              <a:gd name="T3" fmla="*/ 2 h 76"/>
              <a:gd name="T4" fmla="*/ 12 w 77"/>
              <a:gd name="T5" fmla="*/ 14 h 76"/>
              <a:gd name="T6" fmla="*/ 50 w 77"/>
              <a:gd name="T7" fmla="*/ 14 h 76"/>
              <a:gd name="T8" fmla="*/ 53 w 77"/>
              <a:gd name="T9" fmla="*/ 2 h 76"/>
              <a:gd name="T10" fmla="*/ 48 w 77"/>
              <a:gd name="T11" fmla="*/ 2 h 76"/>
              <a:gd name="T12" fmla="*/ 50 w 77"/>
              <a:gd name="T13" fmla="*/ 14 h 76"/>
              <a:gd name="T14" fmla="*/ 57 w 77"/>
              <a:gd name="T15" fmla="*/ 76 h 76"/>
              <a:gd name="T16" fmla="*/ 57 w 77"/>
              <a:gd name="T17" fmla="*/ 38 h 76"/>
              <a:gd name="T18" fmla="*/ 72 w 77"/>
              <a:gd name="T19" fmla="*/ 57 h 76"/>
              <a:gd name="T20" fmla="*/ 43 w 77"/>
              <a:gd name="T21" fmla="*/ 57 h 76"/>
              <a:gd name="T22" fmla="*/ 72 w 77"/>
              <a:gd name="T23" fmla="*/ 57 h 76"/>
              <a:gd name="T24" fmla="*/ 10 w 77"/>
              <a:gd name="T25" fmla="*/ 28 h 76"/>
              <a:gd name="T26" fmla="*/ 19 w 77"/>
              <a:gd name="T27" fmla="*/ 38 h 76"/>
              <a:gd name="T28" fmla="*/ 10 w 77"/>
              <a:gd name="T29" fmla="*/ 52 h 76"/>
              <a:gd name="T30" fmla="*/ 19 w 77"/>
              <a:gd name="T31" fmla="*/ 43 h 76"/>
              <a:gd name="T32" fmla="*/ 10 w 77"/>
              <a:gd name="T33" fmla="*/ 52 h 76"/>
              <a:gd name="T34" fmla="*/ 34 w 77"/>
              <a:gd name="T35" fmla="*/ 38 h 76"/>
              <a:gd name="T36" fmla="*/ 24 w 77"/>
              <a:gd name="T37" fmla="*/ 28 h 76"/>
              <a:gd name="T38" fmla="*/ 24 w 77"/>
              <a:gd name="T39" fmla="*/ 52 h 76"/>
              <a:gd name="T40" fmla="*/ 34 w 77"/>
              <a:gd name="T41" fmla="*/ 43 h 76"/>
              <a:gd name="T42" fmla="*/ 24 w 77"/>
              <a:gd name="T43" fmla="*/ 52 h 76"/>
              <a:gd name="T44" fmla="*/ 5 w 77"/>
              <a:gd name="T45" fmla="*/ 24 h 76"/>
              <a:gd name="T46" fmla="*/ 57 w 77"/>
              <a:gd name="T47" fmla="*/ 33 h 76"/>
              <a:gd name="T48" fmla="*/ 62 w 77"/>
              <a:gd name="T49" fmla="*/ 15 h 76"/>
              <a:gd name="T50" fmla="*/ 55 w 77"/>
              <a:gd name="T51" fmla="*/ 9 h 76"/>
              <a:gd name="T52" fmla="*/ 50 w 77"/>
              <a:gd name="T53" fmla="*/ 17 h 76"/>
              <a:gd name="T54" fmla="*/ 46 w 77"/>
              <a:gd name="T55" fmla="*/ 9 h 76"/>
              <a:gd name="T56" fmla="*/ 17 w 77"/>
              <a:gd name="T57" fmla="*/ 12 h 76"/>
              <a:gd name="T58" fmla="*/ 7 w 77"/>
              <a:gd name="T59" fmla="*/ 12 h 76"/>
              <a:gd name="T60" fmla="*/ 5 w 77"/>
              <a:gd name="T61" fmla="*/ 9 h 76"/>
              <a:gd name="T62" fmla="*/ 0 w 77"/>
              <a:gd name="T63" fmla="*/ 57 h 76"/>
              <a:gd name="T64" fmla="*/ 34 w 77"/>
              <a:gd name="T65" fmla="*/ 62 h 76"/>
              <a:gd name="T66" fmla="*/ 5 w 77"/>
              <a:gd name="T67" fmla="*/ 57 h 76"/>
              <a:gd name="T68" fmla="*/ 48 w 77"/>
              <a:gd name="T69" fmla="*/ 38 h 76"/>
              <a:gd name="T70" fmla="*/ 38 w 77"/>
              <a:gd name="T71" fmla="*/ 28 h 76"/>
              <a:gd name="T72" fmla="*/ 48 w 77"/>
              <a:gd name="T73" fmla="*/ 38 h 76"/>
              <a:gd name="T74" fmla="*/ 57 w 77"/>
              <a:gd name="T75" fmla="*/ 57 h 76"/>
              <a:gd name="T76" fmla="*/ 55 w 77"/>
              <a:gd name="T77" fmla="*/ 48 h 76"/>
              <a:gd name="T78" fmla="*/ 53 w 77"/>
              <a:gd name="T79" fmla="*/ 59 h 76"/>
              <a:gd name="T80" fmla="*/ 65 w 77"/>
              <a:gd name="T81" fmla="*/ 62 h 76"/>
              <a:gd name="T82" fmla="*/ 65 w 77"/>
              <a:gd name="T83" fmla="*/ 57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77" h="76">
                <a:moveTo>
                  <a:pt x="10" y="12"/>
                </a:moveTo>
                <a:cubicBezTo>
                  <a:pt x="10" y="2"/>
                  <a:pt x="10" y="2"/>
                  <a:pt x="10" y="2"/>
                </a:cubicBezTo>
                <a:cubicBezTo>
                  <a:pt x="10" y="1"/>
                  <a:pt x="11" y="0"/>
                  <a:pt x="12" y="0"/>
                </a:cubicBezTo>
                <a:cubicBezTo>
                  <a:pt x="13" y="0"/>
                  <a:pt x="15" y="1"/>
                  <a:pt x="15" y="2"/>
                </a:cubicBezTo>
                <a:cubicBezTo>
                  <a:pt x="15" y="12"/>
                  <a:pt x="15" y="12"/>
                  <a:pt x="15" y="12"/>
                </a:cubicBezTo>
                <a:cubicBezTo>
                  <a:pt x="15" y="13"/>
                  <a:pt x="13" y="14"/>
                  <a:pt x="12" y="14"/>
                </a:cubicBezTo>
                <a:cubicBezTo>
                  <a:pt x="11" y="14"/>
                  <a:pt x="10" y="13"/>
                  <a:pt x="10" y="12"/>
                </a:cubicBezTo>
                <a:close/>
                <a:moveTo>
                  <a:pt x="50" y="14"/>
                </a:moveTo>
                <a:cubicBezTo>
                  <a:pt x="52" y="14"/>
                  <a:pt x="53" y="13"/>
                  <a:pt x="53" y="12"/>
                </a:cubicBezTo>
                <a:cubicBezTo>
                  <a:pt x="53" y="2"/>
                  <a:pt x="53" y="2"/>
                  <a:pt x="53" y="2"/>
                </a:cubicBezTo>
                <a:cubicBezTo>
                  <a:pt x="53" y="1"/>
                  <a:pt x="52" y="0"/>
                  <a:pt x="50" y="0"/>
                </a:cubicBezTo>
                <a:cubicBezTo>
                  <a:pt x="49" y="0"/>
                  <a:pt x="48" y="1"/>
                  <a:pt x="48" y="2"/>
                </a:cubicBezTo>
                <a:cubicBezTo>
                  <a:pt x="48" y="12"/>
                  <a:pt x="48" y="12"/>
                  <a:pt x="48" y="12"/>
                </a:cubicBezTo>
                <a:cubicBezTo>
                  <a:pt x="48" y="13"/>
                  <a:pt x="49" y="14"/>
                  <a:pt x="50" y="14"/>
                </a:cubicBezTo>
                <a:close/>
                <a:moveTo>
                  <a:pt x="77" y="57"/>
                </a:moveTo>
                <a:cubicBezTo>
                  <a:pt x="77" y="68"/>
                  <a:pt x="68" y="76"/>
                  <a:pt x="57" y="76"/>
                </a:cubicBezTo>
                <a:cubicBezTo>
                  <a:pt x="47" y="76"/>
                  <a:pt x="38" y="68"/>
                  <a:pt x="38" y="57"/>
                </a:cubicBezTo>
                <a:cubicBezTo>
                  <a:pt x="38" y="47"/>
                  <a:pt x="47" y="38"/>
                  <a:pt x="57" y="38"/>
                </a:cubicBezTo>
                <a:cubicBezTo>
                  <a:pt x="68" y="38"/>
                  <a:pt x="77" y="47"/>
                  <a:pt x="77" y="57"/>
                </a:cubicBezTo>
                <a:close/>
                <a:moveTo>
                  <a:pt x="72" y="57"/>
                </a:moveTo>
                <a:cubicBezTo>
                  <a:pt x="72" y="49"/>
                  <a:pt x="65" y="43"/>
                  <a:pt x="57" y="43"/>
                </a:cubicBezTo>
                <a:cubicBezTo>
                  <a:pt x="50" y="43"/>
                  <a:pt x="43" y="49"/>
                  <a:pt x="43" y="57"/>
                </a:cubicBezTo>
                <a:cubicBezTo>
                  <a:pt x="43" y="65"/>
                  <a:pt x="50" y="71"/>
                  <a:pt x="57" y="71"/>
                </a:cubicBezTo>
                <a:cubicBezTo>
                  <a:pt x="65" y="71"/>
                  <a:pt x="72" y="65"/>
                  <a:pt x="72" y="57"/>
                </a:cubicBezTo>
                <a:close/>
                <a:moveTo>
                  <a:pt x="19" y="28"/>
                </a:moveTo>
                <a:cubicBezTo>
                  <a:pt x="10" y="28"/>
                  <a:pt x="10" y="28"/>
                  <a:pt x="10" y="28"/>
                </a:cubicBezTo>
                <a:cubicBezTo>
                  <a:pt x="10" y="38"/>
                  <a:pt x="10" y="38"/>
                  <a:pt x="10" y="38"/>
                </a:cubicBezTo>
                <a:cubicBezTo>
                  <a:pt x="19" y="38"/>
                  <a:pt x="19" y="38"/>
                  <a:pt x="19" y="38"/>
                </a:cubicBezTo>
                <a:lnTo>
                  <a:pt x="19" y="28"/>
                </a:lnTo>
                <a:close/>
                <a:moveTo>
                  <a:pt x="10" y="52"/>
                </a:moveTo>
                <a:cubicBezTo>
                  <a:pt x="19" y="52"/>
                  <a:pt x="19" y="52"/>
                  <a:pt x="19" y="52"/>
                </a:cubicBezTo>
                <a:cubicBezTo>
                  <a:pt x="19" y="43"/>
                  <a:pt x="19" y="43"/>
                  <a:pt x="19" y="43"/>
                </a:cubicBezTo>
                <a:cubicBezTo>
                  <a:pt x="10" y="43"/>
                  <a:pt x="10" y="43"/>
                  <a:pt x="10" y="43"/>
                </a:cubicBezTo>
                <a:lnTo>
                  <a:pt x="10" y="52"/>
                </a:lnTo>
                <a:close/>
                <a:moveTo>
                  <a:pt x="24" y="38"/>
                </a:moveTo>
                <a:cubicBezTo>
                  <a:pt x="34" y="38"/>
                  <a:pt x="34" y="38"/>
                  <a:pt x="34" y="38"/>
                </a:cubicBezTo>
                <a:cubicBezTo>
                  <a:pt x="34" y="28"/>
                  <a:pt x="34" y="28"/>
                  <a:pt x="34" y="28"/>
                </a:cubicBezTo>
                <a:cubicBezTo>
                  <a:pt x="24" y="28"/>
                  <a:pt x="24" y="28"/>
                  <a:pt x="24" y="28"/>
                </a:cubicBezTo>
                <a:lnTo>
                  <a:pt x="24" y="38"/>
                </a:lnTo>
                <a:close/>
                <a:moveTo>
                  <a:pt x="24" y="52"/>
                </a:moveTo>
                <a:cubicBezTo>
                  <a:pt x="34" y="52"/>
                  <a:pt x="34" y="52"/>
                  <a:pt x="34" y="52"/>
                </a:cubicBezTo>
                <a:cubicBezTo>
                  <a:pt x="34" y="43"/>
                  <a:pt x="34" y="43"/>
                  <a:pt x="34" y="43"/>
                </a:cubicBezTo>
                <a:cubicBezTo>
                  <a:pt x="24" y="43"/>
                  <a:pt x="24" y="43"/>
                  <a:pt x="24" y="43"/>
                </a:cubicBezTo>
                <a:lnTo>
                  <a:pt x="24" y="52"/>
                </a:lnTo>
                <a:close/>
                <a:moveTo>
                  <a:pt x="5" y="57"/>
                </a:moveTo>
                <a:cubicBezTo>
                  <a:pt x="5" y="24"/>
                  <a:pt x="5" y="24"/>
                  <a:pt x="5" y="24"/>
                </a:cubicBezTo>
                <a:cubicBezTo>
                  <a:pt x="57" y="24"/>
                  <a:pt x="57" y="24"/>
                  <a:pt x="57" y="24"/>
                </a:cubicBezTo>
                <a:cubicBezTo>
                  <a:pt x="57" y="33"/>
                  <a:pt x="57" y="33"/>
                  <a:pt x="57" y="33"/>
                </a:cubicBezTo>
                <a:cubicBezTo>
                  <a:pt x="62" y="33"/>
                  <a:pt x="62" y="33"/>
                  <a:pt x="62" y="33"/>
                </a:cubicBezTo>
                <a:cubicBezTo>
                  <a:pt x="62" y="15"/>
                  <a:pt x="62" y="15"/>
                  <a:pt x="62" y="15"/>
                </a:cubicBezTo>
                <a:cubicBezTo>
                  <a:pt x="62" y="12"/>
                  <a:pt x="60" y="9"/>
                  <a:pt x="57" y="9"/>
                </a:cubicBezTo>
                <a:cubicBezTo>
                  <a:pt x="55" y="9"/>
                  <a:pt x="55" y="9"/>
                  <a:pt x="55" y="9"/>
                </a:cubicBezTo>
                <a:cubicBezTo>
                  <a:pt x="55" y="12"/>
                  <a:pt x="55" y="12"/>
                  <a:pt x="55" y="12"/>
                </a:cubicBezTo>
                <a:cubicBezTo>
                  <a:pt x="55" y="14"/>
                  <a:pt x="53" y="17"/>
                  <a:pt x="50" y="17"/>
                </a:cubicBezTo>
                <a:cubicBezTo>
                  <a:pt x="48" y="17"/>
                  <a:pt x="46" y="14"/>
                  <a:pt x="46" y="12"/>
                </a:cubicBezTo>
                <a:cubicBezTo>
                  <a:pt x="46" y="9"/>
                  <a:pt x="46" y="9"/>
                  <a:pt x="46" y="9"/>
                </a:cubicBezTo>
                <a:cubicBezTo>
                  <a:pt x="17" y="9"/>
                  <a:pt x="17" y="9"/>
                  <a:pt x="17" y="9"/>
                </a:cubicBezTo>
                <a:cubicBezTo>
                  <a:pt x="17" y="12"/>
                  <a:pt x="17" y="12"/>
                  <a:pt x="17" y="12"/>
                </a:cubicBezTo>
                <a:cubicBezTo>
                  <a:pt x="17" y="14"/>
                  <a:pt x="15" y="17"/>
                  <a:pt x="12" y="17"/>
                </a:cubicBezTo>
                <a:cubicBezTo>
                  <a:pt x="10" y="17"/>
                  <a:pt x="7" y="14"/>
                  <a:pt x="7" y="12"/>
                </a:cubicBezTo>
                <a:cubicBezTo>
                  <a:pt x="7" y="9"/>
                  <a:pt x="7" y="9"/>
                  <a:pt x="7" y="9"/>
                </a:cubicBezTo>
                <a:cubicBezTo>
                  <a:pt x="5" y="9"/>
                  <a:pt x="5" y="9"/>
                  <a:pt x="5" y="9"/>
                </a:cubicBezTo>
                <a:cubicBezTo>
                  <a:pt x="3" y="9"/>
                  <a:pt x="0" y="12"/>
                  <a:pt x="0" y="15"/>
                </a:cubicBezTo>
                <a:cubicBezTo>
                  <a:pt x="0" y="57"/>
                  <a:pt x="0" y="57"/>
                  <a:pt x="0" y="57"/>
                </a:cubicBezTo>
                <a:cubicBezTo>
                  <a:pt x="0" y="59"/>
                  <a:pt x="3" y="62"/>
                  <a:pt x="5" y="62"/>
                </a:cubicBezTo>
                <a:cubicBezTo>
                  <a:pt x="34" y="62"/>
                  <a:pt x="34" y="62"/>
                  <a:pt x="34" y="62"/>
                </a:cubicBezTo>
                <a:cubicBezTo>
                  <a:pt x="34" y="57"/>
                  <a:pt x="34" y="57"/>
                  <a:pt x="34" y="57"/>
                </a:cubicBezTo>
                <a:cubicBezTo>
                  <a:pt x="5" y="57"/>
                  <a:pt x="5" y="57"/>
                  <a:pt x="5" y="57"/>
                </a:cubicBezTo>
                <a:cubicBezTo>
                  <a:pt x="5" y="57"/>
                  <a:pt x="5" y="57"/>
                  <a:pt x="5" y="57"/>
                </a:cubicBezTo>
                <a:close/>
                <a:moveTo>
                  <a:pt x="48" y="38"/>
                </a:moveTo>
                <a:cubicBezTo>
                  <a:pt x="48" y="28"/>
                  <a:pt x="48" y="28"/>
                  <a:pt x="48" y="28"/>
                </a:cubicBezTo>
                <a:cubicBezTo>
                  <a:pt x="38" y="28"/>
                  <a:pt x="38" y="28"/>
                  <a:pt x="38" y="28"/>
                </a:cubicBezTo>
                <a:cubicBezTo>
                  <a:pt x="38" y="38"/>
                  <a:pt x="38" y="38"/>
                  <a:pt x="38" y="38"/>
                </a:cubicBezTo>
                <a:lnTo>
                  <a:pt x="48" y="38"/>
                </a:lnTo>
                <a:close/>
                <a:moveTo>
                  <a:pt x="65" y="57"/>
                </a:moveTo>
                <a:cubicBezTo>
                  <a:pt x="57" y="57"/>
                  <a:pt x="57" y="57"/>
                  <a:pt x="57" y="57"/>
                </a:cubicBezTo>
                <a:cubicBezTo>
                  <a:pt x="57" y="50"/>
                  <a:pt x="57" y="50"/>
                  <a:pt x="57" y="50"/>
                </a:cubicBezTo>
                <a:cubicBezTo>
                  <a:pt x="57" y="49"/>
                  <a:pt x="56" y="48"/>
                  <a:pt x="55" y="48"/>
                </a:cubicBezTo>
                <a:cubicBezTo>
                  <a:pt x="54" y="48"/>
                  <a:pt x="53" y="49"/>
                  <a:pt x="53" y="50"/>
                </a:cubicBezTo>
                <a:cubicBezTo>
                  <a:pt x="53" y="59"/>
                  <a:pt x="53" y="59"/>
                  <a:pt x="53" y="59"/>
                </a:cubicBezTo>
                <a:cubicBezTo>
                  <a:pt x="53" y="61"/>
                  <a:pt x="54" y="62"/>
                  <a:pt x="55" y="62"/>
                </a:cubicBezTo>
                <a:cubicBezTo>
                  <a:pt x="65" y="62"/>
                  <a:pt x="65" y="62"/>
                  <a:pt x="65" y="62"/>
                </a:cubicBezTo>
                <a:cubicBezTo>
                  <a:pt x="66" y="62"/>
                  <a:pt x="67" y="61"/>
                  <a:pt x="67" y="59"/>
                </a:cubicBezTo>
                <a:cubicBezTo>
                  <a:pt x="67" y="58"/>
                  <a:pt x="66" y="57"/>
                  <a:pt x="65" y="57"/>
                </a:cubicBezTo>
                <a:close/>
              </a:path>
            </a:pathLst>
          </a:custGeom>
          <a:solidFill>
            <a:srgbClr val="FFFFFF"/>
          </a:solidFill>
          <a:ln>
            <a:noFill/>
          </a:ln>
        </p:spPr>
        <p:txBody>
          <a:bodyPr vert="horz" wrap="square" lIns="90000" tIns="46800" rIns="90000" bIns="46800" anchor="ctr" anchorCtr="0">
            <a:normAutofit/>
          </a:bodyPr>
          <a:lstStyle/>
          <a:p>
            <a:endParaRPr lang="zh-CN" altLang="en-US" sz="1270"/>
          </a:p>
        </p:txBody>
      </p:sp>
      <p:sp>
        <p:nvSpPr>
          <p:cNvPr id="19466" name="Freeform 10"/>
          <p:cNvSpPr/>
          <p:nvPr>
            <p:custDataLst>
              <p:tags r:id="rId11"/>
            </p:custDataLst>
          </p:nvPr>
        </p:nvSpPr>
        <p:spPr bwMode="auto">
          <a:xfrm>
            <a:off x="4881678" y="3698838"/>
            <a:ext cx="1148351" cy="1238759"/>
          </a:xfrm>
          <a:custGeom>
            <a:avLst/>
            <a:gdLst>
              <a:gd name="T0" fmla="*/ 220 w 252"/>
              <a:gd name="T1" fmla="*/ 136 h 272"/>
              <a:gd name="T2" fmla="*/ 217 w 252"/>
              <a:gd name="T3" fmla="*/ 112 h 272"/>
              <a:gd name="T4" fmla="*/ 252 w 252"/>
              <a:gd name="T5" fmla="*/ 82 h 272"/>
              <a:gd name="T6" fmla="*/ 238 w 252"/>
              <a:gd name="T7" fmla="*/ 58 h 272"/>
              <a:gd name="T8" fmla="*/ 195 w 252"/>
              <a:gd name="T9" fmla="*/ 73 h 272"/>
              <a:gd name="T10" fmla="*/ 151 w 252"/>
              <a:gd name="T11" fmla="*/ 45 h 272"/>
              <a:gd name="T12" fmla="*/ 143 w 252"/>
              <a:gd name="T13" fmla="*/ 0 h 272"/>
              <a:gd name="T14" fmla="*/ 115 w 252"/>
              <a:gd name="T15" fmla="*/ 0 h 272"/>
              <a:gd name="T16" fmla="*/ 106 w 252"/>
              <a:gd name="T17" fmla="*/ 44 h 272"/>
              <a:gd name="T18" fmla="*/ 60 w 252"/>
              <a:gd name="T19" fmla="*/ 69 h 272"/>
              <a:gd name="T20" fmla="*/ 17 w 252"/>
              <a:gd name="T21" fmla="*/ 53 h 272"/>
              <a:gd name="T22" fmla="*/ 3 w 252"/>
              <a:gd name="T23" fmla="*/ 78 h 272"/>
              <a:gd name="T24" fmla="*/ 37 w 252"/>
              <a:gd name="T25" fmla="*/ 107 h 272"/>
              <a:gd name="T26" fmla="*/ 32 w 252"/>
              <a:gd name="T27" fmla="*/ 136 h 272"/>
              <a:gd name="T28" fmla="*/ 35 w 252"/>
              <a:gd name="T29" fmla="*/ 159 h 272"/>
              <a:gd name="T30" fmla="*/ 0 w 252"/>
              <a:gd name="T31" fmla="*/ 189 h 272"/>
              <a:gd name="T32" fmla="*/ 14 w 252"/>
              <a:gd name="T33" fmla="*/ 214 h 272"/>
              <a:gd name="T34" fmla="*/ 56 w 252"/>
              <a:gd name="T35" fmla="*/ 199 h 272"/>
              <a:gd name="T36" fmla="*/ 101 w 252"/>
              <a:gd name="T37" fmla="*/ 227 h 272"/>
              <a:gd name="T38" fmla="*/ 109 w 252"/>
              <a:gd name="T39" fmla="*/ 272 h 272"/>
              <a:gd name="T40" fmla="*/ 137 w 252"/>
              <a:gd name="T41" fmla="*/ 272 h 272"/>
              <a:gd name="T42" fmla="*/ 146 w 252"/>
              <a:gd name="T43" fmla="*/ 228 h 272"/>
              <a:gd name="T44" fmla="*/ 192 w 252"/>
              <a:gd name="T45" fmla="*/ 203 h 272"/>
              <a:gd name="T46" fmla="*/ 235 w 252"/>
              <a:gd name="T47" fmla="*/ 219 h 272"/>
              <a:gd name="T48" fmla="*/ 249 w 252"/>
              <a:gd name="T49" fmla="*/ 194 h 272"/>
              <a:gd name="T50" fmla="*/ 215 w 252"/>
              <a:gd name="T51" fmla="*/ 165 h 272"/>
              <a:gd name="T52" fmla="*/ 220 w 252"/>
              <a:gd name="T53" fmla="*/ 136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52" h="272">
                <a:moveTo>
                  <a:pt x="220" y="136"/>
                </a:moveTo>
                <a:cubicBezTo>
                  <a:pt x="220" y="128"/>
                  <a:pt x="219" y="120"/>
                  <a:pt x="217" y="112"/>
                </a:cubicBezTo>
                <a:cubicBezTo>
                  <a:pt x="252" y="82"/>
                  <a:pt x="252" y="82"/>
                  <a:pt x="252" y="82"/>
                </a:cubicBezTo>
                <a:cubicBezTo>
                  <a:pt x="238" y="58"/>
                  <a:pt x="238" y="58"/>
                  <a:pt x="238" y="58"/>
                </a:cubicBezTo>
                <a:cubicBezTo>
                  <a:pt x="195" y="73"/>
                  <a:pt x="195" y="73"/>
                  <a:pt x="195" y="73"/>
                </a:cubicBezTo>
                <a:cubicBezTo>
                  <a:pt x="184" y="60"/>
                  <a:pt x="168" y="50"/>
                  <a:pt x="151" y="45"/>
                </a:cubicBezTo>
                <a:cubicBezTo>
                  <a:pt x="143" y="0"/>
                  <a:pt x="143" y="0"/>
                  <a:pt x="143" y="0"/>
                </a:cubicBezTo>
                <a:cubicBezTo>
                  <a:pt x="115" y="0"/>
                  <a:pt x="115" y="0"/>
                  <a:pt x="115" y="0"/>
                </a:cubicBezTo>
                <a:cubicBezTo>
                  <a:pt x="106" y="44"/>
                  <a:pt x="106" y="44"/>
                  <a:pt x="106" y="44"/>
                </a:cubicBezTo>
                <a:cubicBezTo>
                  <a:pt x="89" y="48"/>
                  <a:pt x="73" y="57"/>
                  <a:pt x="60" y="69"/>
                </a:cubicBezTo>
                <a:cubicBezTo>
                  <a:pt x="17" y="53"/>
                  <a:pt x="17" y="53"/>
                  <a:pt x="17" y="53"/>
                </a:cubicBezTo>
                <a:cubicBezTo>
                  <a:pt x="3" y="78"/>
                  <a:pt x="3" y="78"/>
                  <a:pt x="3" y="78"/>
                </a:cubicBezTo>
                <a:cubicBezTo>
                  <a:pt x="37" y="107"/>
                  <a:pt x="37" y="107"/>
                  <a:pt x="37" y="107"/>
                </a:cubicBezTo>
                <a:cubicBezTo>
                  <a:pt x="34" y="116"/>
                  <a:pt x="32" y="126"/>
                  <a:pt x="32" y="136"/>
                </a:cubicBezTo>
                <a:cubicBezTo>
                  <a:pt x="32" y="144"/>
                  <a:pt x="33" y="152"/>
                  <a:pt x="35" y="159"/>
                </a:cubicBezTo>
                <a:cubicBezTo>
                  <a:pt x="0" y="189"/>
                  <a:pt x="0" y="189"/>
                  <a:pt x="0" y="189"/>
                </a:cubicBezTo>
                <a:cubicBezTo>
                  <a:pt x="14" y="214"/>
                  <a:pt x="14" y="214"/>
                  <a:pt x="14" y="214"/>
                </a:cubicBezTo>
                <a:cubicBezTo>
                  <a:pt x="56" y="199"/>
                  <a:pt x="56" y="199"/>
                  <a:pt x="56" y="199"/>
                </a:cubicBezTo>
                <a:cubicBezTo>
                  <a:pt x="68" y="212"/>
                  <a:pt x="83" y="222"/>
                  <a:pt x="101" y="227"/>
                </a:cubicBezTo>
                <a:cubicBezTo>
                  <a:pt x="109" y="272"/>
                  <a:pt x="109" y="272"/>
                  <a:pt x="109" y="272"/>
                </a:cubicBezTo>
                <a:cubicBezTo>
                  <a:pt x="137" y="272"/>
                  <a:pt x="137" y="272"/>
                  <a:pt x="137" y="272"/>
                </a:cubicBezTo>
                <a:cubicBezTo>
                  <a:pt x="146" y="228"/>
                  <a:pt x="146" y="228"/>
                  <a:pt x="146" y="228"/>
                </a:cubicBezTo>
                <a:cubicBezTo>
                  <a:pt x="163" y="224"/>
                  <a:pt x="179" y="215"/>
                  <a:pt x="192" y="203"/>
                </a:cubicBezTo>
                <a:cubicBezTo>
                  <a:pt x="235" y="219"/>
                  <a:pt x="235" y="219"/>
                  <a:pt x="235" y="219"/>
                </a:cubicBezTo>
                <a:cubicBezTo>
                  <a:pt x="249" y="194"/>
                  <a:pt x="249" y="194"/>
                  <a:pt x="249" y="194"/>
                </a:cubicBezTo>
                <a:cubicBezTo>
                  <a:pt x="215" y="165"/>
                  <a:pt x="215" y="165"/>
                  <a:pt x="215" y="165"/>
                </a:cubicBezTo>
                <a:cubicBezTo>
                  <a:pt x="218" y="156"/>
                  <a:pt x="220" y="146"/>
                  <a:pt x="220" y="136"/>
                </a:cubicBezTo>
                <a:close/>
              </a:path>
            </a:pathLst>
          </a:custGeom>
          <a:solidFill>
            <a:srgbClr val="433123"/>
          </a:solidFill>
          <a:ln>
            <a:noFill/>
          </a:ln>
          <a:extLst>
            <a:ext uri="{91240B29-F687-4F45-9708-019B960494DF}">
              <a14:hiddenLine xmlns:a14="http://schemas.microsoft.com/office/drawing/2010/main" w="9525">
                <a:solidFill>
                  <a:srgbClr val="000000"/>
                </a:solidFill>
                <a:round/>
              </a14:hiddenLine>
            </a:ext>
          </a:extLst>
        </p:spPr>
        <p:txBody>
          <a:bodyPr vert="horz" wrap="square" lIns="90000" tIns="46800" rIns="90000" bIns="46800" anchor="ctr" anchorCtr="0">
            <a:normAutofit/>
          </a:bodyPr>
          <a:lstStyle/>
          <a:p>
            <a:endParaRPr lang="zh-CN" altLang="en-US" sz="1270"/>
          </a:p>
        </p:txBody>
      </p:sp>
      <p:sp>
        <p:nvSpPr>
          <p:cNvPr id="19467" name="Oval 11"/>
          <p:cNvSpPr>
            <a:spLocks noChangeArrowheads="1"/>
          </p:cNvSpPr>
          <p:nvPr>
            <p:custDataLst>
              <p:tags r:id="rId12"/>
            </p:custDataLst>
          </p:nvPr>
        </p:nvSpPr>
        <p:spPr bwMode="auto">
          <a:xfrm>
            <a:off x="5149683" y="4012770"/>
            <a:ext cx="612341" cy="610895"/>
          </a:xfrm>
          <a:prstGeom prst="ellipse">
            <a:avLst/>
          </a:pr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vert="horz" wrap="square" lIns="90000" tIns="46800" rIns="90000" bIns="46800" anchor="ctr" anchorCtr="0">
            <a:normAutofit/>
          </a:bodyPr>
          <a:lstStyle/>
          <a:p>
            <a:endParaRPr lang="zh-CN" altLang="en-US" sz="1270"/>
          </a:p>
        </p:txBody>
      </p:sp>
      <p:sp>
        <p:nvSpPr>
          <p:cNvPr id="19468" name="Freeform 12"/>
          <p:cNvSpPr>
            <a:spLocks noEditPoints="1"/>
          </p:cNvSpPr>
          <p:nvPr>
            <p:custDataLst>
              <p:tags r:id="rId13"/>
            </p:custDataLst>
          </p:nvPr>
        </p:nvSpPr>
        <p:spPr bwMode="auto">
          <a:xfrm>
            <a:off x="5360016" y="4207918"/>
            <a:ext cx="191675" cy="220601"/>
          </a:xfrm>
          <a:custGeom>
            <a:avLst/>
            <a:gdLst>
              <a:gd name="T0" fmla="*/ 39 w 42"/>
              <a:gd name="T1" fmla="*/ 0 h 48"/>
              <a:gd name="T2" fmla="*/ 3 w 42"/>
              <a:gd name="T3" fmla="*/ 0 h 48"/>
              <a:gd name="T4" fmla="*/ 0 w 42"/>
              <a:gd name="T5" fmla="*/ 3 h 48"/>
              <a:gd name="T6" fmla="*/ 0 w 42"/>
              <a:gd name="T7" fmla="*/ 45 h 48"/>
              <a:gd name="T8" fmla="*/ 3 w 42"/>
              <a:gd name="T9" fmla="*/ 48 h 48"/>
              <a:gd name="T10" fmla="*/ 39 w 42"/>
              <a:gd name="T11" fmla="*/ 48 h 48"/>
              <a:gd name="T12" fmla="*/ 42 w 42"/>
              <a:gd name="T13" fmla="*/ 45 h 48"/>
              <a:gd name="T14" fmla="*/ 42 w 42"/>
              <a:gd name="T15" fmla="*/ 3 h 48"/>
              <a:gd name="T16" fmla="*/ 39 w 42"/>
              <a:gd name="T17" fmla="*/ 0 h 48"/>
              <a:gd name="T18" fmla="*/ 6 w 42"/>
              <a:gd name="T19" fmla="*/ 3 h 48"/>
              <a:gd name="T20" fmla="*/ 9 w 42"/>
              <a:gd name="T21" fmla="*/ 6 h 48"/>
              <a:gd name="T22" fmla="*/ 6 w 42"/>
              <a:gd name="T23" fmla="*/ 9 h 48"/>
              <a:gd name="T24" fmla="*/ 3 w 42"/>
              <a:gd name="T25" fmla="*/ 6 h 48"/>
              <a:gd name="T26" fmla="*/ 6 w 42"/>
              <a:gd name="T27" fmla="*/ 3 h 48"/>
              <a:gd name="T28" fmla="*/ 39 w 42"/>
              <a:gd name="T29" fmla="*/ 45 h 48"/>
              <a:gd name="T30" fmla="*/ 3 w 42"/>
              <a:gd name="T31" fmla="*/ 45 h 48"/>
              <a:gd name="T32" fmla="*/ 3 w 42"/>
              <a:gd name="T33" fmla="*/ 12 h 48"/>
              <a:gd name="T34" fmla="*/ 39 w 42"/>
              <a:gd name="T35" fmla="*/ 12 h 48"/>
              <a:gd name="T36" fmla="*/ 39 w 42"/>
              <a:gd name="T37" fmla="*/ 45 h 48"/>
              <a:gd name="T38" fmla="*/ 36 w 42"/>
              <a:gd name="T39" fmla="*/ 9 h 48"/>
              <a:gd name="T40" fmla="*/ 33 w 42"/>
              <a:gd name="T41" fmla="*/ 6 h 48"/>
              <a:gd name="T42" fmla="*/ 36 w 42"/>
              <a:gd name="T43" fmla="*/ 3 h 48"/>
              <a:gd name="T44" fmla="*/ 39 w 42"/>
              <a:gd name="T45" fmla="*/ 6 h 48"/>
              <a:gd name="T46" fmla="*/ 36 w 42"/>
              <a:gd name="T47" fmla="*/ 9 h 48"/>
              <a:gd name="T48" fmla="*/ 6 w 42"/>
              <a:gd name="T49" fmla="*/ 20 h 48"/>
              <a:gd name="T50" fmla="*/ 8 w 42"/>
              <a:gd name="T51" fmla="*/ 18 h 48"/>
              <a:gd name="T52" fmla="*/ 34 w 42"/>
              <a:gd name="T53" fmla="*/ 18 h 48"/>
              <a:gd name="T54" fmla="*/ 36 w 42"/>
              <a:gd name="T55" fmla="*/ 20 h 48"/>
              <a:gd name="T56" fmla="*/ 34 w 42"/>
              <a:gd name="T57" fmla="*/ 21 h 48"/>
              <a:gd name="T58" fmla="*/ 8 w 42"/>
              <a:gd name="T59" fmla="*/ 21 h 48"/>
              <a:gd name="T60" fmla="*/ 6 w 42"/>
              <a:gd name="T61" fmla="*/ 20 h 48"/>
              <a:gd name="T62" fmla="*/ 6 w 42"/>
              <a:gd name="T63" fmla="*/ 28 h 48"/>
              <a:gd name="T64" fmla="*/ 8 w 42"/>
              <a:gd name="T65" fmla="*/ 27 h 48"/>
              <a:gd name="T66" fmla="*/ 34 w 42"/>
              <a:gd name="T67" fmla="*/ 27 h 48"/>
              <a:gd name="T68" fmla="*/ 36 w 42"/>
              <a:gd name="T69" fmla="*/ 28 h 48"/>
              <a:gd name="T70" fmla="*/ 34 w 42"/>
              <a:gd name="T71" fmla="*/ 30 h 48"/>
              <a:gd name="T72" fmla="*/ 8 w 42"/>
              <a:gd name="T73" fmla="*/ 30 h 48"/>
              <a:gd name="T74" fmla="*/ 6 w 42"/>
              <a:gd name="T75" fmla="*/ 28 h 48"/>
              <a:gd name="T76" fmla="*/ 6 w 42"/>
              <a:gd name="T77" fmla="*/ 37 h 48"/>
              <a:gd name="T78" fmla="*/ 8 w 42"/>
              <a:gd name="T79" fmla="*/ 36 h 48"/>
              <a:gd name="T80" fmla="*/ 34 w 42"/>
              <a:gd name="T81" fmla="*/ 36 h 48"/>
              <a:gd name="T82" fmla="*/ 36 w 42"/>
              <a:gd name="T83" fmla="*/ 37 h 48"/>
              <a:gd name="T84" fmla="*/ 34 w 42"/>
              <a:gd name="T85" fmla="*/ 39 h 48"/>
              <a:gd name="T86" fmla="*/ 8 w 42"/>
              <a:gd name="T87" fmla="*/ 39 h 48"/>
              <a:gd name="T88" fmla="*/ 6 w 42"/>
              <a:gd name="T89" fmla="*/ 37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2" h="48">
                <a:moveTo>
                  <a:pt x="39" y="0"/>
                </a:moveTo>
                <a:cubicBezTo>
                  <a:pt x="3" y="0"/>
                  <a:pt x="3" y="0"/>
                  <a:pt x="3" y="0"/>
                </a:cubicBezTo>
                <a:cubicBezTo>
                  <a:pt x="1" y="0"/>
                  <a:pt x="0" y="1"/>
                  <a:pt x="0" y="3"/>
                </a:cubicBezTo>
                <a:cubicBezTo>
                  <a:pt x="0" y="45"/>
                  <a:pt x="0" y="45"/>
                  <a:pt x="0" y="45"/>
                </a:cubicBezTo>
                <a:cubicBezTo>
                  <a:pt x="0" y="47"/>
                  <a:pt x="1" y="48"/>
                  <a:pt x="3" y="48"/>
                </a:cubicBezTo>
                <a:cubicBezTo>
                  <a:pt x="39" y="48"/>
                  <a:pt x="39" y="48"/>
                  <a:pt x="39" y="48"/>
                </a:cubicBezTo>
                <a:cubicBezTo>
                  <a:pt x="41" y="48"/>
                  <a:pt x="42" y="47"/>
                  <a:pt x="42" y="45"/>
                </a:cubicBezTo>
                <a:cubicBezTo>
                  <a:pt x="42" y="3"/>
                  <a:pt x="42" y="3"/>
                  <a:pt x="42" y="3"/>
                </a:cubicBezTo>
                <a:cubicBezTo>
                  <a:pt x="42" y="1"/>
                  <a:pt x="41" y="0"/>
                  <a:pt x="39" y="0"/>
                </a:cubicBezTo>
                <a:close/>
                <a:moveTo>
                  <a:pt x="6" y="3"/>
                </a:moveTo>
                <a:cubicBezTo>
                  <a:pt x="8" y="3"/>
                  <a:pt x="9" y="4"/>
                  <a:pt x="9" y="6"/>
                </a:cubicBezTo>
                <a:cubicBezTo>
                  <a:pt x="9" y="8"/>
                  <a:pt x="8" y="9"/>
                  <a:pt x="6" y="9"/>
                </a:cubicBezTo>
                <a:cubicBezTo>
                  <a:pt x="4" y="9"/>
                  <a:pt x="3" y="8"/>
                  <a:pt x="3" y="6"/>
                </a:cubicBezTo>
                <a:cubicBezTo>
                  <a:pt x="3" y="4"/>
                  <a:pt x="4" y="3"/>
                  <a:pt x="6" y="3"/>
                </a:cubicBezTo>
                <a:close/>
                <a:moveTo>
                  <a:pt x="39" y="45"/>
                </a:moveTo>
                <a:cubicBezTo>
                  <a:pt x="3" y="45"/>
                  <a:pt x="3" y="45"/>
                  <a:pt x="3" y="45"/>
                </a:cubicBezTo>
                <a:cubicBezTo>
                  <a:pt x="3" y="12"/>
                  <a:pt x="3" y="12"/>
                  <a:pt x="3" y="12"/>
                </a:cubicBezTo>
                <a:cubicBezTo>
                  <a:pt x="39" y="12"/>
                  <a:pt x="39" y="12"/>
                  <a:pt x="39" y="12"/>
                </a:cubicBezTo>
                <a:lnTo>
                  <a:pt x="39" y="45"/>
                </a:lnTo>
                <a:close/>
                <a:moveTo>
                  <a:pt x="36" y="9"/>
                </a:moveTo>
                <a:cubicBezTo>
                  <a:pt x="34" y="9"/>
                  <a:pt x="33" y="8"/>
                  <a:pt x="33" y="6"/>
                </a:cubicBezTo>
                <a:cubicBezTo>
                  <a:pt x="33" y="4"/>
                  <a:pt x="34" y="3"/>
                  <a:pt x="36" y="3"/>
                </a:cubicBezTo>
                <a:cubicBezTo>
                  <a:pt x="38" y="3"/>
                  <a:pt x="39" y="4"/>
                  <a:pt x="39" y="6"/>
                </a:cubicBezTo>
                <a:cubicBezTo>
                  <a:pt x="39" y="8"/>
                  <a:pt x="38" y="9"/>
                  <a:pt x="36" y="9"/>
                </a:cubicBezTo>
                <a:close/>
                <a:moveTo>
                  <a:pt x="6" y="20"/>
                </a:moveTo>
                <a:cubicBezTo>
                  <a:pt x="6" y="19"/>
                  <a:pt x="7" y="18"/>
                  <a:pt x="8" y="18"/>
                </a:cubicBezTo>
                <a:cubicBezTo>
                  <a:pt x="34" y="18"/>
                  <a:pt x="34" y="18"/>
                  <a:pt x="34" y="18"/>
                </a:cubicBezTo>
                <a:cubicBezTo>
                  <a:pt x="35" y="18"/>
                  <a:pt x="36" y="19"/>
                  <a:pt x="36" y="20"/>
                </a:cubicBezTo>
                <a:cubicBezTo>
                  <a:pt x="36" y="20"/>
                  <a:pt x="35" y="21"/>
                  <a:pt x="34" y="21"/>
                </a:cubicBezTo>
                <a:cubicBezTo>
                  <a:pt x="8" y="21"/>
                  <a:pt x="8" y="21"/>
                  <a:pt x="8" y="21"/>
                </a:cubicBezTo>
                <a:cubicBezTo>
                  <a:pt x="7" y="21"/>
                  <a:pt x="6" y="20"/>
                  <a:pt x="6" y="20"/>
                </a:cubicBezTo>
                <a:close/>
                <a:moveTo>
                  <a:pt x="6" y="28"/>
                </a:moveTo>
                <a:cubicBezTo>
                  <a:pt x="6" y="28"/>
                  <a:pt x="7" y="27"/>
                  <a:pt x="8" y="27"/>
                </a:cubicBezTo>
                <a:cubicBezTo>
                  <a:pt x="34" y="27"/>
                  <a:pt x="34" y="27"/>
                  <a:pt x="34" y="27"/>
                </a:cubicBezTo>
                <a:cubicBezTo>
                  <a:pt x="35" y="27"/>
                  <a:pt x="36" y="28"/>
                  <a:pt x="36" y="28"/>
                </a:cubicBezTo>
                <a:cubicBezTo>
                  <a:pt x="36" y="29"/>
                  <a:pt x="35" y="30"/>
                  <a:pt x="34" y="30"/>
                </a:cubicBezTo>
                <a:cubicBezTo>
                  <a:pt x="8" y="30"/>
                  <a:pt x="8" y="30"/>
                  <a:pt x="8" y="30"/>
                </a:cubicBezTo>
                <a:cubicBezTo>
                  <a:pt x="7" y="30"/>
                  <a:pt x="6" y="29"/>
                  <a:pt x="6" y="28"/>
                </a:cubicBezTo>
                <a:close/>
                <a:moveTo>
                  <a:pt x="6" y="37"/>
                </a:moveTo>
                <a:cubicBezTo>
                  <a:pt x="6" y="37"/>
                  <a:pt x="7" y="36"/>
                  <a:pt x="8" y="36"/>
                </a:cubicBezTo>
                <a:cubicBezTo>
                  <a:pt x="34" y="36"/>
                  <a:pt x="34" y="36"/>
                  <a:pt x="34" y="36"/>
                </a:cubicBezTo>
                <a:cubicBezTo>
                  <a:pt x="35" y="36"/>
                  <a:pt x="36" y="37"/>
                  <a:pt x="36" y="37"/>
                </a:cubicBezTo>
                <a:cubicBezTo>
                  <a:pt x="36" y="38"/>
                  <a:pt x="35" y="39"/>
                  <a:pt x="34" y="39"/>
                </a:cubicBezTo>
                <a:cubicBezTo>
                  <a:pt x="8" y="39"/>
                  <a:pt x="8" y="39"/>
                  <a:pt x="8" y="39"/>
                </a:cubicBezTo>
                <a:cubicBezTo>
                  <a:pt x="7" y="39"/>
                  <a:pt x="6" y="38"/>
                  <a:pt x="6" y="37"/>
                </a:cubicBezTo>
                <a:close/>
              </a:path>
            </a:pathLst>
          </a:custGeom>
          <a:solidFill>
            <a:srgbClr val="FFFFFF"/>
          </a:solidFill>
          <a:ln>
            <a:noFill/>
          </a:ln>
        </p:spPr>
        <p:txBody>
          <a:bodyPr vert="horz" wrap="square" lIns="90000" tIns="46800" rIns="90000" bIns="46800" anchor="ctr" anchorCtr="0">
            <a:normAutofit fontScale="67500" lnSpcReduction="10000"/>
          </a:bodyPr>
          <a:lstStyle/>
          <a:p>
            <a:endParaRPr lang="zh-CN" altLang="en-US" sz="1270"/>
          </a:p>
        </p:txBody>
      </p:sp>
      <p:sp>
        <p:nvSpPr>
          <p:cNvPr id="19470" name="Freeform 14"/>
          <p:cNvSpPr/>
          <p:nvPr>
            <p:custDataLst>
              <p:tags r:id="rId14"/>
            </p:custDataLst>
          </p:nvPr>
        </p:nvSpPr>
        <p:spPr bwMode="auto">
          <a:xfrm>
            <a:off x="5600881" y="2758740"/>
            <a:ext cx="1229771" cy="1231972"/>
          </a:xfrm>
          <a:custGeom>
            <a:avLst/>
            <a:gdLst>
              <a:gd name="T0" fmla="*/ 225 w 270"/>
              <a:gd name="T1" fmla="*/ 108 h 270"/>
              <a:gd name="T2" fmla="*/ 215 w 270"/>
              <a:gd name="T3" fmla="*/ 86 h 270"/>
              <a:gd name="T4" fmla="*/ 240 w 270"/>
              <a:gd name="T5" fmla="*/ 47 h 270"/>
              <a:gd name="T6" fmla="*/ 220 w 270"/>
              <a:gd name="T7" fmla="*/ 28 h 270"/>
              <a:gd name="T8" fmla="*/ 183 w 270"/>
              <a:gd name="T9" fmla="*/ 54 h 270"/>
              <a:gd name="T10" fmla="*/ 134 w 270"/>
              <a:gd name="T11" fmla="*/ 41 h 270"/>
              <a:gd name="T12" fmla="*/ 113 w 270"/>
              <a:gd name="T13" fmla="*/ 0 h 270"/>
              <a:gd name="T14" fmla="*/ 86 w 270"/>
              <a:gd name="T15" fmla="*/ 8 h 270"/>
              <a:gd name="T16" fmla="*/ 90 w 270"/>
              <a:gd name="T17" fmla="*/ 53 h 270"/>
              <a:gd name="T18" fmla="*/ 53 w 270"/>
              <a:gd name="T19" fmla="*/ 90 h 270"/>
              <a:gd name="T20" fmla="*/ 7 w 270"/>
              <a:gd name="T21" fmla="*/ 87 h 270"/>
              <a:gd name="T22" fmla="*/ 0 w 270"/>
              <a:gd name="T23" fmla="*/ 114 h 270"/>
              <a:gd name="T24" fmla="*/ 41 w 270"/>
              <a:gd name="T25" fmla="*/ 133 h 270"/>
              <a:gd name="T26" fmla="*/ 45 w 270"/>
              <a:gd name="T27" fmla="*/ 162 h 270"/>
              <a:gd name="T28" fmla="*/ 55 w 270"/>
              <a:gd name="T29" fmla="*/ 184 h 270"/>
              <a:gd name="T30" fmla="*/ 29 w 270"/>
              <a:gd name="T31" fmla="*/ 222 h 270"/>
              <a:gd name="T32" fmla="*/ 50 w 270"/>
              <a:gd name="T33" fmla="*/ 242 h 270"/>
              <a:gd name="T34" fmla="*/ 86 w 270"/>
              <a:gd name="T35" fmla="*/ 215 h 270"/>
              <a:gd name="T36" fmla="*/ 137 w 270"/>
              <a:gd name="T37" fmla="*/ 229 h 270"/>
              <a:gd name="T38" fmla="*/ 158 w 270"/>
              <a:gd name="T39" fmla="*/ 270 h 270"/>
              <a:gd name="T40" fmla="*/ 185 w 270"/>
              <a:gd name="T41" fmla="*/ 262 h 270"/>
              <a:gd name="T42" fmla="*/ 180 w 270"/>
              <a:gd name="T43" fmla="*/ 218 h 270"/>
              <a:gd name="T44" fmla="*/ 217 w 270"/>
              <a:gd name="T45" fmla="*/ 181 h 270"/>
              <a:gd name="T46" fmla="*/ 264 w 270"/>
              <a:gd name="T47" fmla="*/ 183 h 270"/>
              <a:gd name="T48" fmla="*/ 270 w 270"/>
              <a:gd name="T49" fmla="*/ 156 h 270"/>
              <a:gd name="T50" fmla="*/ 229 w 270"/>
              <a:gd name="T51" fmla="*/ 137 h 270"/>
              <a:gd name="T52" fmla="*/ 225 w 270"/>
              <a:gd name="T53" fmla="*/ 108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70" h="270">
                <a:moveTo>
                  <a:pt x="225" y="108"/>
                </a:moveTo>
                <a:cubicBezTo>
                  <a:pt x="223" y="100"/>
                  <a:pt x="220" y="93"/>
                  <a:pt x="215" y="86"/>
                </a:cubicBezTo>
                <a:cubicBezTo>
                  <a:pt x="240" y="47"/>
                  <a:pt x="240" y="47"/>
                  <a:pt x="240" y="47"/>
                </a:cubicBezTo>
                <a:cubicBezTo>
                  <a:pt x="220" y="28"/>
                  <a:pt x="220" y="28"/>
                  <a:pt x="220" y="28"/>
                </a:cubicBezTo>
                <a:cubicBezTo>
                  <a:pt x="183" y="54"/>
                  <a:pt x="183" y="54"/>
                  <a:pt x="183" y="54"/>
                </a:cubicBezTo>
                <a:cubicBezTo>
                  <a:pt x="169" y="46"/>
                  <a:pt x="151" y="41"/>
                  <a:pt x="134" y="41"/>
                </a:cubicBezTo>
                <a:cubicBezTo>
                  <a:pt x="113" y="0"/>
                  <a:pt x="113" y="0"/>
                  <a:pt x="113" y="0"/>
                </a:cubicBezTo>
                <a:cubicBezTo>
                  <a:pt x="86" y="8"/>
                  <a:pt x="86" y="8"/>
                  <a:pt x="86" y="8"/>
                </a:cubicBezTo>
                <a:cubicBezTo>
                  <a:pt x="90" y="53"/>
                  <a:pt x="90" y="53"/>
                  <a:pt x="90" y="53"/>
                </a:cubicBezTo>
                <a:cubicBezTo>
                  <a:pt x="74" y="61"/>
                  <a:pt x="61" y="74"/>
                  <a:pt x="53" y="90"/>
                </a:cubicBezTo>
                <a:cubicBezTo>
                  <a:pt x="7" y="87"/>
                  <a:pt x="7" y="87"/>
                  <a:pt x="7" y="87"/>
                </a:cubicBezTo>
                <a:cubicBezTo>
                  <a:pt x="0" y="114"/>
                  <a:pt x="0" y="114"/>
                  <a:pt x="0" y="114"/>
                </a:cubicBezTo>
                <a:cubicBezTo>
                  <a:pt x="41" y="133"/>
                  <a:pt x="41" y="133"/>
                  <a:pt x="41" y="133"/>
                </a:cubicBezTo>
                <a:cubicBezTo>
                  <a:pt x="41" y="143"/>
                  <a:pt x="42" y="152"/>
                  <a:pt x="45" y="162"/>
                </a:cubicBezTo>
                <a:cubicBezTo>
                  <a:pt x="47" y="170"/>
                  <a:pt x="51" y="177"/>
                  <a:pt x="55" y="184"/>
                </a:cubicBezTo>
                <a:cubicBezTo>
                  <a:pt x="29" y="222"/>
                  <a:pt x="29" y="222"/>
                  <a:pt x="29" y="222"/>
                </a:cubicBezTo>
                <a:cubicBezTo>
                  <a:pt x="50" y="242"/>
                  <a:pt x="50" y="242"/>
                  <a:pt x="50" y="242"/>
                </a:cubicBezTo>
                <a:cubicBezTo>
                  <a:pt x="86" y="215"/>
                  <a:pt x="86" y="215"/>
                  <a:pt x="86" y="215"/>
                </a:cubicBezTo>
                <a:cubicBezTo>
                  <a:pt x="101" y="225"/>
                  <a:pt x="119" y="229"/>
                  <a:pt x="137" y="229"/>
                </a:cubicBezTo>
                <a:cubicBezTo>
                  <a:pt x="158" y="270"/>
                  <a:pt x="158" y="270"/>
                  <a:pt x="158" y="270"/>
                </a:cubicBezTo>
                <a:cubicBezTo>
                  <a:pt x="185" y="262"/>
                  <a:pt x="185" y="262"/>
                  <a:pt x="185" y="262"/>
                </a:cubicBezTo>
                <a:cubicBezTo>
                  <a:pt x="180" y="218"/>
                  <a:pt x="180" y="218"/>
                  <a:pt x="180" y="218"/>
                </a:cubicBezTo>
                <a:cubicBezTo>
                  <a:pt x="196" y="209"/>
                  <a:pt x="209" y="196"/>
                  <a:pt x="217" y="181"/>
                </a:cubicBezTo>
                <a:cubicBezTo>
                  <a:pt x="264" y="183"/>
                  <a:pt x="264" y="183"/>
                  <a:pt x="264" y="183"/>
                </a:cubicBezTo>
                <a:cubicBezTo>
                  <a:pt x="270" y="156"/>
                  <a:pt x="270" y="156"/>
                  <a:pt x="270" y="156"/>
                </a:cubicBezTo>
                <a:cubicBezTo>
                  <a:pt x="229" y="137"/>
                  <a:pt x="229" y="137"/>
                  <a:pt x="229" y="137"/>
                </a:cubicBezTo>
                <a:cubicBezTo>
                  <a:pt x="229" y="128"/>
                  <a:pt x="228" y="118"/>
                  <a:pt x="225" y="108"/>
                </a:cubicBezTo>
                <a:close/>
              </a:path>
            </a:pathLst>
          </a:custGeom>
          <a:solidFill>
            <a:srgbClr val="433123"/>
          </a:solidFill>
          <a:ln>
            <a:noFill/>
          </a:ln>
          <a:extLst>
            <a:ext uri="{91240B29-F687-4F45-9708-019B960494DF}">
              <a14:hiddenLine xmlns:a14="http://schemas.microsoft.com/office/drawing/2010/main" w="9525">
                <a:solidFill>
                  <a:srgbClr val="000000"/>
                </a:solidFill>
                <a:round/>
              </a14:hiddenLine>
            </a:ext>
          </a:extLst>
        </p:spPr>
        <p:txBody>
          <a:bodyPr vert="horz" wrap="square" lIns="90000" tIns="46800" rIns="90000" bIns="46800" anchor="ctr" anchorCtr="0">
            <a:normAutofit/>
          </a:bodyPr>
          <a:lstStyle/>
          <a:p>
            <a:endParaRPr lang="zh-CN" altLang="en-US" sz="1270"/>
          </a:p>
        </p:txBody>
      </p:sp>
      <p:sp>
        <p:nvSpPr>
          <p:cNvPr id="19471" name="Freeform 15"/>
          <p:cNvSpPr/>
          <p:nvPr>
            <p:custDataLst>
              <p:tags r:id="rId15"/>
            </p:custDataLst>
          </p:nvPr>
        </p:nvSpPr>
        <p:spPr bwMode="auto">
          <a:xfrm>
            <a:off x="5872278" y="3033643"/>
            <a:ext cx="685279" cy="682166"/>
          </a:xfrm>
          <a:custGeom>
            <a:avLst/>
            <a:gdLst>
              <a:gd name="T0" fmla="*/ 139 w 150"/>
              <a:gd name="T1" fmla="*/ 56 h 150"/>
              <a:gd name="T2" fmla="*/ 94 w 150"/>
              <a:gd name="T3" fmla="*/ 139 h 150"/>
              <a:gd name="T4" fmla="*/ 11 w 150"/>
              <a:gd name="T5" fmla="*/ 94 h 150"/>
              <a:gd name="T6" fmla="*/ 56 w 150"/>
              <a:gd name="T7" fmla="*/ 11 h 150"/>
              <a:gd name="T8" fmla="*/ 139 w 150"/>
              <a:gd name="T9" fmla="*/ 56 h 150"/>
            </a:gdLst>
            <a:ahLst/>
            <a:cxnLst>
              <a:cxn ang="0">
                <a:pos x="T0" y="T1"/>
              </a:cxn>
              <a:cxn ang="0">
                <a:pos x="T2" y="T3"/>
              </a:cxn>
              <a:cxn ang="0">
                <a:pos x="T4" y="T5"/>
              </a:cxn>
              <a:cxn ang="0">
                <a:pos x="T6" y="T7"/>
              </a:cxn>
              <a:cxn ang="0">
                <a:pos x="T8" y="T9"/>
              </a:cxn>
            </a:cxnLst>
            <a:rect l="0" t="0" r="r" b="b"/>
            <a:pathLst>
              <a:path w="150" h="150">
                <a:moveTo>
                  <a:pt x="139" y="56"/>
                </a:moveTo>
                <a:cubicBezTo>
                  <a:pt x="150" y="91"/>
                  <a:pt x="130" y="129"/>
                  <a:pt x="94" y="139"/>
                </a:cubicBezTo>
                <a:cubicBezTo>
                  <a:pt x="59" y="150"/>
                  <a:pt x="22" y="130"/>
                  <a:pt x="11" y="94"/>
                </a:cubicBezTo>
                <a:cubicBezTo>
                  <a:pt x="0" y="59"/>
                  <a:pt x="21" y="22"/>
                  <a:pt x="56" y="11"/>
                </a:cubicBezTo>
                <a:cubicBezTo>
                  <a:pt x="91" y="0"/>
                  <a:pt x="129" y="21"/>
                  <a:pt x="139" y="56"/>
                </a:cubicBezTo>
                <a:close/>
              </a:path>
            </a:pathLst>
          </a:custGeom>
          <a:solidFill>
            <a:srgbClr val="F1985D"/>
          </a:solidFill>
          <a:ln>
            <a:noFill/>
          </a:ln>
          <a:extLst>
            <a:ext uri="{91240B29-F687-4F45-9708-019B960494DF}">
              <a14:hiddenLine xmlns:a14="http://schemas.microsoft.com/office/drawing/2010/main" w="9525">
                <a:solidFill>
                  <a:srgbClr val="000000"/>
                </a:solidFill>
                <a:round/>
              </a14:hiddenLine>
            </a:ext>
          </a:extLst>
        </p:spPr>
        <p:txBody>
          <a:bodyPr vert="horz" wrap="square" lIns="90000" tIns="46800" rIns="90000" bIns="46800" anchor="ctr" anchorCtr="0">
            <a:normAutofit/>
          </a:bodyPr>
          <a:lstStyle/>
          <a:p>
            <a:endParaRPr lang="zh-CN" altLang="en-US" sz="1270"/>
          </a:p>
        </p:txBody>
      </p:sp>
      <p:sp>
        <p:nvSpPr>
          <p:cNvPr id="19472" name="Freeform 16"/>
          <p:cNvSpPr>
            <a:spLocks noEditPoints="1"/>
          </p:cNvSpPr>
          <p:nvPr>
            <p:custDataLst>
              <p:tags r:id="rId16"/>
            </p:custDataLst>
          </p:nvPr>
        </p:nvSpPr>
        <p:spPr bwMode="auto">
          <a:xfrm>
            <a:off x="6106359" y="3264425"/>
            <a:ext cx="218814" cy="218904"/>
          </a:xfrm>
          <a:custGeom>
            <a:avLst/>
            <a:gdLst>
              <a:gd name="T0" fmla="*/ 23 w 48"/>
              <a:gd name="T1" fmla="*/ 25 h 48"/>
              <a:gd name="T2" fmla="*/ 35 w 48"/>
              <a:gd name="T3" fmla="*/ 46 h 48"/>
              <a:gd name="T4" fmla="*/ 24 w 48"/>
              <a:gd name="T5" fmla="*/ 48 h 48"/>
              <a:gd name="T6" fmla="*/ 0 w 48"/>
              <a:gd name="T7" fmla="*/ 24 h 48"/>
              <a:gd name="T8" fmla="*/ 23 w 48"/>
              <a:gd name="T9" fmla="*/ 0 h 48"/>
              <a:gd name="T10" fmla="*/ 23 w 48"/>
              <a:gd name="T11" fmla="*/ 24 h 48"/>
              <a:gd name="T12" fmla="*/ 23 w 48"/>
              <a:gd name="T13" fmla="*/ 25 h 48"/>
              <a:gd name="T14" fmla="*/ 48 w 48"/>
              <a:gd name="T15" fmla="*/ 23 h 48"/>
              <a:gd name="T16" fmla="*/ 26 w 48"/>
              <a:gd name="T17" fmla="*/ 23 h 48"/>
              <a:gd name="T18" fmla="*/ 26 w 48"/>
              <a:gd name="T19" fmla="*/ 0 h 48"/>
              <a:gd name="T20" fmla="*/ 48 w 48"/>
              <a:gd name="T21" fmla="*/ 23 h 48"/>
              <a:gd name="T22" fmla="*/ 29 w 48"/>
              <a:gd name="T23" fmla="*/ 20 h 48"/>
              <a:gd name="T24" fmla="*/ 45 w 48"/>
              <a:gd name="T25" fmla="*/ 20 h 48"/>
              <a:gd name="T26" fmla="*/ 29 w 48"/>
              <a:gd name="T27" fmla="*/ 4 h 48"/>
              <a:gd name="T28" fmla="*/ 29 w 48"/>
              <a:gd name="T29" fmla="*/ 20 h 48"/>
              <a:gd name="T30" fmla="*/ 37 w 48"/>
              <a:gd name="T31" fmla="*/ 44 h 48"/>
              <a:gd name="T32" fmla="*/ 48 w 48"/>
              <a:gd name="T33" fmla="*/ 26 h 48"/>
              <a:gd name="T34" fmla="*/ 27 w 48"/>
              <a:gd name="T35" fmla="*/ 26 h 48"/>
              <a:gd name="T36" fmla="*/ 37 w 48"/>
              <a:gd name="T37" fmla="*/ 4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8" h="48">
                <a:moveTo>
                  <a:pt x="23" y="25"/>
                </a:moveTo>
                <a:cubicBezTo>
                  <a:pt x="35" y="46"/>
                  <a:pt x="35" y="46"/>
                  <a:pt x="35" y="46"/>
                </a:cubicBezTo>
                <a:cubicBezTo>
                  <a:pt x="32" y="47"/>
                  <a:pt x="28" y="48"/>
                  <a:pt x="24" y="48"/>
                </a:cubicBezTo>
                <a:cubicBezTo>
                  <a:pt x="11" y="48"/>
                  <a:pt x="0" y="37"/>
                  <a:pt x="0" y="24"/>
                </a:cubicBezTo>
                <a:cubicBezTo>
                  <a:pt x="0" y="11"/>
                  <a:pt x="10" y="1"/>
                  <a:pt x="23" y="0"/>
                </a:cubicBezTo>
                <a:cubicBezTo>
                  <a:pt x="23" y="24"/>
                  <a:pt x="23" y="24"/>
                  <a:pt x="23" y="24"/>
                </a:cubicBezTo>
                <a:cubicBezTo>
                  <a:pt x="23" y="24"/>
                  <a:pt x="23" y="25"/>
                  <a:pt x="23" y="25"/>
                </a:cubicBezTo>
                <a:close/>
                <a:moveTo>
                  <a:pt x="48" y="23"/>
                </a:moveTo>
                <a:cubicBezTo>
                  <a:pt x="26" y="23"/>
                  <a:pt x="26" y="23"/>
                  <a:pt x="26" y="23"/>
                </a:cubicBezTo>
                <a:cubicBezTo>
                  <a:pt x="26" y="0"/>
                  <a:pt x="26" y="0"/>
                  <a:pt x="26" y="0"/>
                </a:cubicBezTo>
                <a:cubicBezTo>
                  <a:pt x="38" y="1"/>
                  <a:pt x="47" y="11"/>
                  <a:pt x="48" y="23"/>
                </a:cubicBezTo>
                <a:close/>
                <a:moveTo>
                  <a:pt x="29" y="20"/>
                </a:moveTo>
                <a:cubicBezTo>
                  <a:pt x="45" y="20"/>
                  <a:pt x="45" y="20"/>
                  <a:pt x="45" y="20"/>
                </a:cubicBezTo>
                <a:cubicBezTo>
                  <a:pt x="43" y="12"/>
                  <a:pt x="37" y="5"/>
                  <a:pt x="29" y="4"/>
                </a:cubicBezTo>
                <a:lnTo>
                  <a:pt x="29" y="20"/>
                </a:lnTo>
                <a:close/>
                <a:moveTo>
                  <a:pt x="37" y="44"/>
                </a:moveTo>
                <a:cubicBezTo>
                  <a:pt x="44" y="40"/>
                  <a:pt x="48" y="33"/>
                  <a:pt x="48" y="26"/>
                </a:cubicBezTo>
                <a:cubicBezTo>
                  <a:pt x="27" y="26"/>
                  <a:pt x="27" y="26"/>
                  <a:pt x="27" y="26"/>
                </a:cubicBezTo>
                <a:lnTo>
                  <a:pt x="37" y="44"/>
                </a:lnTo>
                <a:close/>
              </a:path>
            </a:pathLst>
          </a:custGeom>
          <a:solidFill>
            <a:srgbClr val="FFFFFF"/>
          </a:solidFill>
          <a:ln>
            <a:noFill/>
          </a:ln>
        </p:spPr>
        <p:txBody>
          <a:bodyPr vert="horz" wrap="square" lIns="90000" tIns="46800" rIns="90000" bIns="46800" anchor="ctr" anchorCtr="0">
            <a:normAutofit fontScale="67500" lnSpcReduction="10000"/>
          </a:bodyPr>
          <a:lstStyle/>
          <a:p>
            <a:endParaRPr lang="zh-CN" altLang="en-US" sz="1270"/>
          </a:p>
        </p:txBody>
      </p:sp>
      <p:sp>
        <p:nvSpPr>
          <p:cNvPr id="2" name="文本框 1"/>
          <p:cNvSpPr txBox="1"/>
          <p:nvPr>
            <p:custDataLst>
              <p:tags r:id="rId17"/>
            </p:custDataLst>
          </p:nvPr>
        </p:nvSpPr>
        <p:spPr>
          <a:xfrm>
            <a:off x="8434534" y="4889684"/>
            <a:ext cx="2389369" cy="376045"/>
          </a:xfrm>
          <a:prstGeom prst="rect">
            <a:avLst/>
          </a:prstGeom>
          <a:solidFill>
            <a:srgbClr val="014098"/>
          </a:solidFill>
          <a:ln>
            <a:noFill/>
          </a:ln>
          <a:effectLst/>
        </p:spPr>
        <p:txBody>
          <a:bodyPr vert="horz" wrap="square" lIns="90000" tIns="46800" rIns="90000" bIns="46800" anchor="ctr" anchorCtr="0"/>
          <a:lstStyle>
            <a:defPPr>
              <a:defRPr lang="zh-CN"/>
            </a:defPPr>
            <a:lvl1pPr algn="ctr">
              <a:defRPr>
                <a:solidFill>
                  <a:srgbClr val="FFFFFF"/>
                </a:solidFill>
                <a:latin typeface="+mn-ea"/>
              </a:defRPr>
            </a:lvl1pPr>
          </a:lstStyle>
          <a:p>
            <a:r>
              <a:rPr lang="en-US" altLang="zh-CN" sz="2000">
                <a:latin typeface="Calibri" panose="020F0502020204030204" charset="0"/>
                <a:ea typeface="黑体" panose="02010609060101010101" charset="-122"/>
                <a:cs typeface="Calibri" panose="020F0502020204030204" charset="0"/>
              </a:rPr>
              <a:t>I</a:t>
            </a:r>
            <a:r>
              <a:rPr lang="zh-CN" altLang="en-US" sz="2000">
                <a:latin typeface="Calibri" panose="020F0502020204030204" charset="0"/>
                <a:ea typeface="黑体" panose="02010609060101010101" charset="-122"/>
                <a:cs typeface="Calibri" panose="020F0502020204030204" charset="0"/>
              </a:rPr>
              <a:t>mprovement</a:t>
            </a:r>
            <a:endParaRPr lang="zh-CN" altLang="en-US" sz="2000">
              <a:latin typeface="Calibri" panose="020F0502020204030204" charset="0"/>
              <a:ea typeface="黑体" panose="02010609060101010101" charset="-122"/>
              <a:cs typeface="Calibri" panose="020F0502020204030204" charset="0"/>
            </a:endParaRPr>
          </a:p>
        </p:txBody>
      </p:sp>
      <p:sp>
        <p:nvSpPr>
          <p:cNvPr id="3" name="文本框 2"/>
          <p:cNvSpPr txBox="1"/>
          <p:nvPr>
            <p:custDataLst>
              <p:tags r:id="rId18"/>
            </p:custDataLst>
          </p:nvPr>
        </p:nvSpPr>
        <p:spPr>
          <a:xfrm>
            <a:off x="8434705" y="5296535"/>
            <a:ext cx="2916555" cy="1216025"/>
          </a:xfrm>
          <a:prstGeom prst="rect">
            <a:avLst/>
          </a:prstGeom>
          <a:noFill/>
          <a:ln>
            <a:noFill/>
          </a:ln>
          <a:effectLst/>
          <a:extLst>
            <a:ext uri="{909E8E84-426E-40DD-AFC4-6F175D3DCCD1}">
              <a14:hiddenFill xmlns:a14="http://schemas.microsoft.com/office/drawing/2010/main">
                <a:solidFill>
                  <a:srgbClr val="FB85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FFFFFF"/>
                  </a:outerShdw>
                </a:effectLst>
              </a14:hiddenEffects>
            </a:ext>
          </a:extLst>
        </p:spPr>
        <p:txBody>
          <a:bodyPr vert="horz" wrap="square" lIns="90000" tIns="46800" rIns="90000" bIns="46800" anchor="t" anchorCtr="0"/>
          <a:lstStyle>
            <a:defPPr>
              <a:defRPr lang="zh-CN"/>
            </a:defPPr>
            <a:lvl1pPr>
              <a:lnSpc>
                <a:spcPct val="120000"/>
              </a:lnSpc>
              <a:defRPr>
                <a:solidFill>
                  <a:srgbClr val="000000">
                    <a:lumMod val="50000"/>
                    <a:lumOff val="50000"/>
                  </a:srgbClr>
                </a:solidFill>
                <a:latin typeface="+mn-ea"/>
              </a:defRPr>
            </a:lvl1pPr>
          </a:lstStyle>
          <a:p>
            <a:r>
              <a:rPr lang="zh-CN" altLang="en-US" sz="2000" dirty="0">
                <a:solidFill>
                  <a:schemeClr val="tx1"/>
                </a:solidFill>
                <a:latin typeface="Calibri" panose="020F0502020204030204" charset="0"/>
                <a:cs typeface="Calibri" panose="020F0502020204030204" charset="0"/>
              </a:rPr>
              <a:t>motivating innovations to improve published</a:t>
            </a:r>
            <a:r>
              <a:rPr lang="en-US" altLang="zh-CN" sz="2000" dirty="0">
                <a:solidFill>
                  <a:schemeClr val="tx1"/>
                </a:solidFill>
                <a:latin typeface="Calibri" panose="020F0502020204030204" charset="0"/>
                <a:cs typeface="Calibri" panose="020F0502020204030204" charset="0"/>
              </a:rPr>
              <a:t> </a:t>
            </a:r>
            <a:r>
              <a:rPr lang="zh-CN" altLang="en-US" sz="2000" dirty="0">
                <a:solidFill>
                  <a:schemeClr val="tx1"/>
                </a:solidFill>
                <a:latin typeface="Calibri" panose="020F0502020204030204" charset="0"/>
                <a:cs typeface="Calibri" panose="020F0502020204030204" charset="0"/>
              </a:rPr>
              <a:t>research</a:t>
            </a:r>
            <a:endParaRPr lang="zh-CN" altLang="en-US" sz="2000" dirty="0">
              <a:solidFill>
                <a:schemeClr val="tx1"/>
              </a:solidFill>
              <a:latin typeface="Calibri" panose="020F0502020204030204" charset="0"/>
              <a:cs typeface="Calibri" panose="020F0502020204030204" charset="0"/>
            </a:endParaRPr>
          </a:p>
        </p:txBody>
      </p:sp>
      <p:sp>
        <p:nvSpPr>
          <p:cNvPr id="4" name="文本框 3"/>
          <p:cNvSpPr txBox="1"/>
          <p:nvPr>
            <p:custDataLst>
              <p:tags r:id="rId19"/>
            </p:custDataLst>
          </p:nvPr>
        </p:nvSpPr>
        <p:spPr>
          <a:xfrm>
            <a:off x="1904652" y="3177231"/>
            <a:ext cx="2373611" cy="376045"/>
          </a:xfrm>
          <a:prstGeom prst="rect">
            <a:avLst/>
          </a:prstGeom>
          <a:solidFill>
            <a:srgbClr val="014098"/>
          </a:solidFill>
          <a:ln>
            <a:noFill/>
          </a:ln>
          <a:effectLst/>
        </p:spPr>
        <p:txBody>
          <a:bodyPr vert="horz" wrap="square" lIns="90000" tIns="46800" rIns="90000" bIns="46800" anchor="ctr" anchorCtr="0"/>
          <a:lstStyle>
            <a:defPPr>
              <a:defRPr lang="zh-CN"/>
            </a:defPPr>
            <a:lvl1pPr algn="ctr">
              <a:defRPr>
                <a:solidFill>
                  <a:srgbClr val="FFFFFF"/>
                </a:solidFill>
                <a:latin typeface="+mn-ea"/>
              </a:defRPr>
            </a:lvl1pPr>
          </a:lstStyle>
          <a:p>
            <a:r>
              <a:rPr lang="en-US" altLang="zh-CN" sz="2000" dirty="0">
                <a:latin typeface="Calibri" panose="020F0502020204030204" charset="0"/>
                <a:ea typeface="黑体" panose="02010609060101010101" charset="-122"/>
                <a:cs typeface="Calibri" panose="020F0502020204030204" charset="0"/>
              </a:rPr>
              <a:t>E</a:t>
            </a:r>
            <a:r>
              <a:rPr lang="zh-CN" altLang="en-US" sz="2000" dirty="0">
                <a:latin typeface="Calibri" panose="020F0502020204030204" charset="0"/>
                <a:ea typeface="黑体" panose="02010609060101010101" charset="-122"/>
                <a:cs typeface="Calibri" panose="020F0502020204030204" charset="0"/>
              </a:rPr>
              <a:t>rror-correction</a:t>
            </a:r>
            <a:endParaRPr lang="zh-CN" altLang="en-US" sz="2000" dirty="0">
              <a:latin typeface="Calibri" panose="020F0502020204030204" charset="0"/>
              <a:ea typeface="黑体" panose="02010609060101010101" charset="-122"/>
              <a:cs typeface="Calibri" panose="020F0502020204030204" charset="0"/>
            </a:endParaRPr>
          </a:p>
        </p:txBody>
      </p:sp>
      <p:sp>
        <p:nvSpPr>
          <p:cNvPr id="8" name="文本框 7"/>
          <p:cNvSpPr txBox="1"/>
          <p:nvPr>
            <p:custDataLst>
              <p:tags r:id="rId20"/>
            </p:custDataLst>
          </p:nvPr>
        </p:nvSpPr>
        <p:spPr>
          <a:xfrm>
            <a:off x="1904365" y="3585845"/>
            <a:ext cx="2717800" cy="1897380"/>
          </a:xfrm>
          <a:prstGeom prst="rect">
            <a:avLst/>
          </a:prstGeom>
          <a:noFill/>
          <a:ln>
            <a:noFill/>
          </a:ln>
          <a:effectLst/>
          <a:extLst>
            <a:ext uri="{909E8E84-426E-40DD-AFC4-6F175D3DCCD1}">
              <a14:hiddenFill xmlns:a14="http://schemas.microsoft.com/office/drawing/2010/main">
                <a:solidFill>
                  <a:srgbClr val="FB85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FFFFFF"/>
                  </a:outerShdw>
                </a:effectLst>
              </a14:hiddenEffects>
            </a:ext>
          </a:extLst>
        </p:spPr>
        <p:txBody>
          <a:bodyPr vert="horz" wrap="square" lIns="90000" tIns="46800" rIns="90000" bIns="46800" anchor="t" anchorCtr="0"/>
          <a:lstStyle>
            <a:defPPr>
              <a:defRPr lang="zh-CN"/>
            </a:defPPr>
            <a:lvl1pPr algn="r">
              <a:lnSpc>
                <a:spcPct val="120000"/>
              </a:lnSpc>
              <a:defRPr>
                <a:solidFill>
                  <a:srgbClr val="000000">
                    <a:lumMod val="50000"/>
                    <a:lumOff val="50000"/>
                  </a:srgbClr>
                </a:solidFill>
                <a:latin typeface="+mn-ea"/>
              </a:defRPr>
            </a:lvl1pPr>
          </a:lstStyle>
          <a:p>
            <a:pPr algn="l"/>
            <a:r>
              <a:rPr lang="zh-CN" altLang="en-US" sz="2000" dirty="0">
                <a:solidFill>
                  <a:schemeClr val="tx1"/>
                </a:solidFill>
                <a:latin typeface="+mj-lt"/>
                <a:cs typeface="+mj-lt"/>
              </a:rPr>
              <a:t>efficiently identifying</a:t>
            </a:r>
            <a:r>
              <a:rPr lang="en-US" altLang="zh-CN" sz="2000" dirty="0">
                <a:solidFill>
                  <a:schemeClr val="tx1"/>
                </a:solidFill>
                <a:latin typeface="+mj-lt"/>
                <a:cs typeface="+mj-lt"/>
              </a:rPr>
              <a:t> </a:t>
            </a:r>
            <a:r>
              <a:rPr lang="zh-CN" altLang="en-US" sz="2000" dirty="0">
                <a:solidFill>
                  <a:schemeClr val="tx1"/>
                </a:solidFill>
                <a:latin typeface="+mj-lt"/>
                <a:cs typeface="+mj-lt"/>
              </a:rPr>
              <a:t>missing details and potential</a:t>
            </a:r>
            <a:r>
              <a:rPr lang="en-US" altLang="zh-CN" sz="2000" dirty="0">
                <a:solidFill>
                  <a:schemeClr val="tx1"/>
                </a:solidFill>
                <a:latin typeface="+mj-lt"/>
                <a:cs typeface="+mj-lt"/>
              </a:rPr>
              <a:t> </a:t>
            </a:r>
            <a:r>
              <a:rPr lang="zh-CN" altLang="en-US" sz="2000" dirty="0">
                <a:solidFill>
                  <a:schemeClr val="tx1"/>
                </a:solidFill>
                <a:latin typeface="+mj-lt"/>
                <a:cs typeface="+mj-lt"/>
              </a:rPr>
              <a:t>vulnerabilities</a:t>
            </a:r>
            <a:r>
              <a:rPr lang="en-US" altLang="zh-CN" sz="2000" dirty="0">
                <a:solidFill>
                  <a:schemeClr val="tx1"/>
                </a:solidFill>
                <a:latin typeface="+mj-lt"/>
                <a:cs typeface="+mj-lt"/>
              </a:rPr>
              <a:t> </a:t>
            </a:r>
            <a:r>
              <a:rPr lang="zh-CN" altLang="en-US" sz="2000" dirty="0">
                <a:solidFill>
                  <a:schemeClr val="tx1"/>
                </a:solidFill>
                <a:latin typeface="+mj-lt"/>
                <a:cs typeface="+mj-lt"/>
              </a:rPr>
              <a:t>in network research results</a:t>
            </a:r>
            <a:r>
              <a:rPr lang="en-US" altLang="zh-CN" sz="2000" dirty="0">
                <a:solidFill>
                  <a:schemeClr val="tx1"/>
                </a:solidFill>
                <a:latin typeface="+mj-lt"/>
                <a:cs typeface="+mj-lt"/>
              </a:rPr>
              <a:t>.</a:t>
            </a:r>
            <a:endParaRPr lang="en-US" altLang="zh-CN" sz="2000" dirty="0">
              <a:solidFill>
                <a:schemeClr val="tx1"/>
              </a:solidFill>
              <a:latin typeface="+mj-lt"/>
              <a:cs typeface="+mj-lt"/>
            </a:endParaRPr>
          </a:p>
        </p:txBody>
      </p:sp>
      <p:sp>
        <p:nvSpPr>
          <p:cNvPr id="10" name="文本框 9"/>
          <p:cNvSpPr txBox="1"/>
          <p:nvPr>
            <p:custDataLst>
              <p:tags r:id="rId21"/>
            </p:custDataLst>
          </p:nvPr>
        </p:nvSpPr>
        <p:spPr>
          <a:xfrm>
            <a:off x="7445070" y="2524544"/>
            <a:ext cx="2543979" cy="376045"/>
          </a:xfrm>
          <a:prstGeom prst="rect">
            <a:avLst/>
          </a:prstGeom>
          <a:solidFill>
            <a:srgbClr val="014098"/>
          </a:solidFill>
          <a:ln>
            <a:noFill/>
          </a:ln>
          <a:effectLst/>
        </p:spPr>
        <p:txBody>
          <a:bodyPr vert="horz" wrap="square" lIns="90000" tIns="46800" rIns="90000" bIns="46800" anchor="ctr" anchorCtr="0"/>
          <a:lstStyle>
            <a:defPPr>
              <a:defRPr lang="zh-CN"/>
            </a:defPPr>
            <a:lvl1pPr algn="ctr">
              <a:defRPr>
                <a:solidFill>
                  <a:srgbClr val="FFFFFF"/>
                </a:solidFill>
                <a:latin typeface="+mn-ea"/>
              </a:defRPr>
            </a:lvl1pPr>
          </a:lstStyle>
          <a:p>
            <a:r>
              <a:rPr lang="en-US" altLang="zh-CN" sz="2000" dirty="0">
                <a:latin typeface="Calibri" panose="020F0502020204030204" charset="0"/>
                <a:ea typeface="黑体" panose="02010609060101010101" charset="-122"/>
                <a:cs typeface="Calibri" panose="020F0502020204030204" charset="0"/>
              </a:rPr>
              <a:t>Simplification</a:t>
            </a:r>
            <a:endParaRPr lang="en-US" altLang="zh-CN" sz="2000" dirty="0">
              <a:latin typeface="Calibri" panose="020F0502020204030204" charset="0"/>
              <a:ea typeface="黑体" panose="02010609060101010101" charset="-122"/>
              <a:cs typeface="Calibri" panose="020F0502020204030204" charset="0"/>
            </a:endParaRPr>
          </a:p>
        </p:txBody>
      </p:sp>
      <p:sp>
        <p:nvSpPr>
          <p:cNvPr id="11" name="文本框 10"/>
          <p:cNvSpPr txBox="1"/>
          <p:nvPr>
            <p:custDataLst>
              <p:tags r:id="rId22"/>
            </p:custDataLst>
          </p:nvPr>
        </p:nvSpPr>
        <p:spPr>
          <a:xfrm>
            <a:off x="7445375" y="2931160"/>
            <a:ext cx="2983230" cy="1095375"/>
          </a:xfrm>
          <a:prstGeom prst="rect">
            <a:avLst/>
          </a:prstGeom>
          <a:noFill/>
          <a:ln>
            <a:noFill/>
          </a:ln>
          <a:effectLst/>
          <a:extLst>
            <a:ext uri="{909E8E84-426E-40DD-AFC4-6F175D3DCCD1}">
              <a14:hiddenFill xmlns:a14="http://schemas.microsoft.com/office/drawing/2010/main">
                <a:solidFill>
                  <a:srgbClr val="FB85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FFFFFF"/>
                  </a:outerShdw>
                </a:effectLst>
              </a14:hiddenEffects>
            </a:ext>
          </a:extLst>
        </p:spPr>
        <p:txBody>
          <a:bodyPr vert="horz" wrap="square" lIns="90000" tIns="46800" rIns="90000" bIns="46800" anchor="t" anchorCtr="0"/>
          <a:lstStyle>
            <a:defPPr>
              <a:defRPr lang="zh-CN"/>
            </a:defPPr>
            <a:lvl1pPr>
              <a:lnSpc>
                <a:spcPct val="120000"/>
              </a:lnSpc>
              <a:defRPr>
                <a:solidFill>
                  <a:srgbClr val="000000">
                    <a:lumMod val="50000"/>
                    <a:lumOff val="50000"/>
                  </a:srgbClr>
                </a:solidFill>
                <a:latin typeface="+mn-ea"/>
              </a:defRPr>
            </a:lvl1pPr>
          </a:lstStyle>
          <a:p>
            <a:r>
              <a:rPr lang="en-US" altLang="zh-CN" sz="2000">
                <a:solidFill>
                  <a:schemeClr val="tx1"/>
                </a:solidFill>
                <a:latin typeface="Calibri" panose="020F0502020204030204" charset="0"/>
                <a:cs typeface="Calibri" panose="020F0502020204030204" charset="0"/>
                <a:sym typeface="+mn-ea"/>
              </a:rPr>
              <a:t>s</a:t>
            </a:r>
            <a:r>
              <a:rPr lang="zh-CN" altLang="en-US" sz="2000">
                <a:solidFill>
                  <a:schemeClr val="tx1"/>
                </a:solidFill>
                <a:latin typeface="Calibri" panose="020F0502020204030204" charset="0"/>
                <a:cs typeface="Calibri" panose="020F0502020204030204" charset="0"/>
                <a:sym typeface="+mn-ea"/>
              </a:rPr>
              <a:t>ubstantially simplifying the reproduction process</a:t>
            </a:r>
            <a:endParaRPr lang="zh-CN" altLang="en-US" sz="2000" dirty="0">
              <a:solidFill>
                <a:schemeClr val="tx1"/>
              </a:solidFill>
              <a:latin typeface="Calibri" panose="020F0502020204030204" charset="0"/>
              <a:cs typeface="Calibri" panose="020F0502020204030204" charset="0"/>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7"/>
          <p:cNvSpPr/>
          <p:nvPr>
            <p:custDataLst>
              <p:tags r:id="rId1"/>
            </p:custDataLst>
          </p:nvPr>
        </p:nvSpPr>
        <p:spPr>
          <a:xfrm flipV="1">
            <a:off x="543235" y="918064"/>
            <a:ext cx="1140523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14098">
              <a:alpha val="9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a:solidFill>
                <a:srgbClr val="014098"/>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6" name="任意多边形 8"/>
          <p:cNvSpPr/>
          <p:nvPr>
            <p:custDataLst>
              <p:tags r:id="rId2"/>
            </p:custDataLst>
          </p:nvPr>
        </p:nvSpPr>
        <p:spPr>
          <a:xfrm>
            <a:off x="7297" y="612535"/>
            <a:ext cx="410536" cy="381886"/>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140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dirty="0">
              <a:solidFill>
                <a:srgbClr val="7EC234"/>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7" name="Title 1"/>
          <p:cNvSpPr txBox="1"/>
          <p:nvPr/>
        </p:nvSpPr>
        <p:spPr>
          <a:xfrm>
            <a:off x="621665" y="428625"/>
            <a:ext cx="10095865" cy="379730"/>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defRPr/>
            </a:pPr>
            <a:r>
              <a:rPr lang="en-US" altLang="zh-CN" sz="3600" b="1" dirty="0">
                <a:solidFill>
                  <a:srgbClr val="014098"/>
                </a:solidFill>
                <a:latin typeface="Calibri" panose="020F0502020204030204" charset="0"/>
                <a:ea typeface="Calibri" panose="020F0502020204030204" charset="0"/>
                <a:cs typeface="Calibri" panose="020F0502020204030204" charset="0"/>
                <a:sym typeface="+mn-ea"/>
              </a:rPr>
              <a:t>Goal</a:t>
            </a:r>
            <a:endParaRPr lang="zh-CN" altLang="en-US" sz="3600" b="1" dirty="0">
              <a:solidFill>
                <a:srgbClr val="014098"/>
              </a:solidFill>
              <a:latin typeface="Calibri" panose="020F0502020204030204" charset="0"/>
              <a:ea typeface="Calibri" panose="020F0502020204030204" charset="0"/>
              <a:cs typeface="Calibri" panose="020F0502020204030204" charset="0"/>
              <a:sym typeface="+mn-ea"/>
            </a:endParaRPr>
          </a:p>
        </p:txBody>
      </p:sp>
      <p:pic>
        <p:nvPicPr>
          <p:cNvPr id="9" name="Picture 10"/>
          <p:cNvPicPr>
            <a:picLocks noChangeAspect="1"/>
          </p:cNvPicPr>
          <p:nvPr>
            <p:custDataLst>
              <p:tags r:id="rId3"/>
            </p:custDataLst>
          </p:nvPr>
        </p:nvPicPr>
        <p:blipFill>
          <a:blip r:embed="rId4"/>
          <a:stretch>
            <a:fillRect/>
          </a:stretch>
        </p:blipFill>
        <p:spPr>
          <a:xfrm>
            <a:off x="9886209" y="118756"/>
            <a:ext cx="2062261" cy="803753"/>
          </a:xfrm>
          <a:prstGeom prst="rect">
            <a:avLst/>
          </a:prstGeom>
        </p:spPr>
      </p:pic>
      <p:sp>
        <p:nvSpPr>
          <p:cNvPr id="30" name="灯片编号占位符 29"/>
          <p:cNvSpPr>
            <a:spLocks noGrp="1"/>
          </p:cNvSpPr>
          <p:nvPr>
            <p:ph type="sldNum" sz="quarter" idx="12"/>
          </p:nvPr>
        </p:nvSpPr>
        <p:spPr/>
        <p:txBody>
          <a:bodyPr/>
          <a:lstStyle/>
          <a:p>
            <a:fld id="{1FC953C7-F893-4DE8-A097-4DD7E89E8219}" type="slidenum">
              <a:rPr lang="zh-CN" altLang="en-US" smtClean="0"/>
            </a:fld>
            <a:endParaRPr lang="zh-CN" altLang="en-US"/>
          </a:p>
        </p:txBody>
      </p:sp>
      <p:pic>
        <p:nvPicPr>
          <p:cNvPr id="17" name="图片 16" descr="论文题目"/>
          <p:cNvPicPr>
            <a:picLocks noChangeAspect="1"/>
          </p:cNvPicPr>
          <p:nvPr/>
        </p:nvPicPr>
        <p:blipFill>
          <a:blip r:embed="rId5"/>
          <a:stretch>
            <a:fillRect/>
          </a:stretch>
        </p:blipFill>
        <p:spPr>
          <a:xfrm>
            <a:off x="416560" y="2214245"/>
            <a:ext cx="1136650" cy="1136650"/>
          </a:xfrm>
          <a:prstGeom prst="rect">
            <a:avLst/>
          </a:prstGeom>
        </p:spPr>
      </p:pic>
      <p:cxnSp>
        <p:nvCxnSpPr>
          <p:cNvPr id="2" name="直接箭头连接符 1"/>
          <p:cNvCxnSpPr>
            <a:stCxn id="17" idx="3"/>
          </p:cNvCxnSpPr>
          <p:nvPr/>
        </p:nvCxnSpPr>
        <p:spPr>
          <a:xfrm>
            <a:off x="1553210" y="2782570"/>
            <a:ext cx="986790" cy="5715"/>
          </a:xfrm>
          <a:prstGeom prst="straightConnector1">
            <a:avLst/>
          </a:prstGeom>
          <a:ln>
            <a:tailEnd type="arrow" w="med" len="med"/>
          </a:ln>
        </p:spPr>
        <p:style>
          <a:lnRef idx="1">
            <a:schemeClr val="dk1"/>
          </a:lnRef>
          <a:fillRef idx="0">
            <a:schemeClr val="dk1"/>
          </a:fillRef>
          <a:effectRef idx="0">
            <a:schemeClr val="dk1"/>
          </a:effectRef>
          <a:fontRef idx="minor">
            <a:schemeClr val="tx1"/>
          </a:fontRef>
        </p:style>
      </p:cxnSp>
      <p:sp>
        <p:nvSpPr>
          <p:cNvPr id="3" name="矩形 2"/>
          <p:cNvSpPr/>
          <p:nvPr/>
        </p:nvSpPr>
        <p:spPr>
          <a:xfrm>
            <a:off x="2613025" y="2501265"/>
            <a:ext cx="1852930" cy="5695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a:t>Pre-processing</a:t>
            </a:r>
            <a:endParaRPr lang="en-US" altLang="zh-CN" sz="2000"/>
          </a:p>
        </p:txBody>
      </p:sp>
      <p:cxnSp>
        <p:nvCxnSpPr>
          <p:cNvPr id="4" name="直接箭头连接符 3"/>
          <p:cNvCxnSpPr>
            <a:endCxn id="10" idx="1"/>
          </p:cNvCxnSpPr>
          <p:nvPr/>
        </p:nvCxnSpPr>
        <p:spPr>
          <a:xfrm>
            <a:off x="4465955" y="2788285"/>
            <a:ext cx="1282065" cy="12700"/>
          </a:xfrm>
          <a:prstGeom prst="straightConnector1">
            <a:avLst/>
          </a:prstGeom>
          <a:ln>
            <a:tailEnd type="arrow" w="med" len="med"/>
          </a:ln>
        </p:spPr>
        <p:style>
          <a:lnRef idx="1">
            <a:schemeClr val="dk1"/>
          </a:lnRef>
          <a:fillRef idx="0">
            <a:schemeClr val="dk1"/>
          </a:fillRef>
          <a:effectRef idx="0">
            <a:schemeClr val="dk1"/>
          </a:effectRef>
          <a:fontRef idx="minor">
            <a:schemeClr val="tx1"/>
          </a:fontRef>
        </p:style>
      </p:cxnSp>
      <p:sp>
        <p:nvSpPr>
          <p:cNvPr id="8" name="文本框 7"/>
          <p:cNvSpPr txBox="1"/>
          <p:nvPr/>
        </p:nvSpPr>
        <p:spPr>
          <a:xfrm>
            <a:off x="4538980" y="2880360"/>
            <a:ext cx="1010920" cy="368300"/>
          </a:xfrm>
          <a:prstGeom prst="rect">
            <a:avLst/>
          </a:prstGeom>
          <a:noFill/>
        </p:spPr>
        <p:txBody>
          <a:bodyPr wrap="none" rtlCol="0">
            <a:spAutoFit/>
          </a:bodyPr>
          <a:lstStyle/>
          <a:p>
            <a:r>
              <a:rPr lang="en-US" altLang="zh-CN"/>
              <a:t>nlp2spec</a:t>
            </a:r>
            <a:endParaRPr lang="en-US" altLang="zh-CN"/>
          </a:p>
        </p:txBody>
      </p:sp>
      <p:sp>
        <p:nvSpPr>
          <p:cNvPr id="10" name="矩形 9"/>
          <p:cNvSpPr/>
          <p:nvPr/>
        </p:nvSpPr>
        <p:spPr>
          <a:xfrm>
            <a:off x="5748020" y="2530475"/>
            <a:ext cx="1816735" cy="54038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a:t>specification</a:t>
            </a:r>
            <a:endParaRPr lang="en-US" altLang="zh-CN" sz="2000"/>
          </a:p>
        </p:txBody>
      </p:sp>
      <p:sp>
        <p:nvSpPr>
          <p:cNvPr id="11" name="矩形 10"/>
          <p:cNvSpPr/>
          <p:nvPr/>
        </p:nvSpPr>
        <p:spPr>
          <a:xfrm>
            <a:off x="5748020" y="1472565"/>
            <a:ext cx="1816735" cy="54038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a:t>context</a:t>
            </a:r>
            <a:endParaRPr lang="en-US" altLang="zh-CN" sz="2000"/>
          </a:p>
        </p:txBody>
      </p:sp>
      <p:cxnSp>
        <p:nvCxnSpPr>
          <p:cNvPr id="13" name="肘形连接符 12"/>
          <p:cNvCxnSpPr>
            <a:stCxn id="3" idx="0"/>
            <a:endCxn id="11" idx="1"/>
          </p:cNvCxnSpPr>
          <p:nvPr/>
        </p:nvCxnSpPr>
        <p:spPr>
          <a:xfrm rot="16200000">
            <a:off x="4264660" y="1017905"/>
            <a:ext cx="758190" cy="2208530"/>
          </a:xfrm>
          <a:prstGeom prst="bentConnector2">
            <a:avLst/>
          </a:prstGeom>
          <a:ln>
            <a:tailEnd type="arrow" w="med" len="med"/>
          </a:ln>
        </p:spPr>
        <p:style>
          <a:lnRef idx="1">
            <a:schemeClr val="dk1"/>
          </a:lnRef>
          <a:fillRef idx="0">
            <a:schemeClr val="dk1"/>
          </a:fillRef>
          <a:effectRef idx="0">
            <a:schemeClr val="dk1"/>
          </a:effectRef>
          <a:fontRef idx="minor">
            <a:schemeClr val="tx1"/>
          </a:fontRef>
        </p:style>
      </p:cxnSp>
      <p:sp>
        <p:nvSpPr>
          <p:cNvPr id="14" name="矩形 13"/>
          <p:cNvSpPr/>
          <p:nvPr/>
        </p:nvSpPr>
        <p:spPr>
          <a:xfrm>
            <a:off x="5748020" y="3656965"/>
            <a:ext cx="1816735" cy="732790"/>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a:t>domain-specific knowledge</a:t>
            </a:r>
            <a:endParaRPr lang="en-US" altLang="zh-CN" sz="2000"/>
          </a:p>
        </p:txBody>
      </p:sp>
      <p:sp>
        <p:nvSpPr>
          <p:cNvPr id="16" name="矩形 15"/>
          <p:cNvSpPr/>
          <p:nvPr/>
        </p:nvSpPr>
        <p:spPr>
          <a:xfrm>
            <a:off x="9886315" y="2703830"/>
            <a:ext cx="1390650" cy="5448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a:t>LLM</a:t>
            </a:r>
            <a:endParaRPr lang="en-US" altLang="zh-CN" sz="2000"/>
          </a:p>
        </p:txBody>
      </p:sp>
      <p:sp>
        <p:nvSpPr>
          <p:cNvPr id="18" name="右大括号 17"/>
          <p:cNvSpPr/>
          <p:nvPr/>
        </p:nvSpPr>
        <p:spPr>
          <a:xfrm>
            <a:off x="7788275" y="1786890"/>
            <a:ext cx="276860" cy="2369820"/>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19" name="文本框 18"/>
          <p:cNvSpPr txBox="1"/>
          <p:nvPr/>
        </p:nvSpPr>
        <p:spPr>
          <a:xfrm>
            <a:off x="4209415" y="1786890"/>
            <a:ext cx="826770" cy="368300"/>
          </a:xfrm>
          <a:prstGeom prst="rect">
            <a:avLst/>
          </a:prstGeom>
          <a:noFill/>
        </p:spPr>
        <p:txBody>
          <a:bodyPr wrap="none" rtlCol="0">
            <a:spAutoFit/>
          </a:bodyPr>
          <a:lstStyle/>
          <a:p>
            <a:r>
              <a:rPr lang="en-US" altLang="zh-CN"/>
              <a:t>extract</a:t>
            </a:r>
            <a:endParaRPr lang="en-US" altLang="zh-CN"/>
          </a:p>
        </p:txBody>
      </p:sp>
      <p:cxnSp>
        <p:nvCxnSpPr>
          <p:cNvPr id="20" name="直接箭头连接符 19"/>
          <p:cNvCxnSpPr>
            <a:stCxn id="18" idx="1"/>
          </p:cNvCxnSpPr>
          <p:nvPr/>
        </p:nvCxnSpPr>
        <p:spPr>
          <a:xfrm>
            <a:off x="8065135" y="2971800"/>
            <a:ext cx="1628775" cy="0"/>
          </a:xfrm>
          <a:prstGeom prst="straightConnector1">
            <a:avLst/>
          </a:prstGeom>
          <a:ln>
            <a:tailEnd type="arrow" w="med" len="med"/>
          </a:ln>
        </p:spPr>
        <p:style>
          <a:lnRef idx="1">
            <a:schemeClr val="dk1"/>
          </a:lnRef>
          <a:fillRef idx="0">
            <a:schemeClr val="dk1"/>
          </a:fillRef>
          <a:effectRef idx="0">
            <a:schemeClr val="dk1"/>
          </a:effectRef>
          <a:fontRef idx="minor">
            <a:schemeClr val="tx1"/>
          </a:fontRef>
        </p:style>
      </p:cxnSp>
      <p:sp>
        <p:nvSpPr>
          <p:cNvPr id="21" name="文本框 20"/>
          <p:cNvSpPr txBox="1"/>
          <p:nvPr/>
        </p:nvSpPr>
        <p:spPr>
          <a:xfrm>
            <a:off x="8428990" y="2521585"/>
            <a:ext cx="672465" cy="368300"/>
          </a:xfrm>
          <a:prstGeom prst="rect">
            <a:avLst/>
          </a:prstGeom>
          <a:noFill/>
        </p:spPr>
        <p:txBody>
          <a:bodyPr wrap="none" rtlCol="0">
            <a:spAutoFit/>
          </a:bodyPr>
          <a:lstStyle/>
          <a:p>
            <a:r>
              <a:rPr lang="en-US" altLang="zh-CN"/>
              <a:t>input</a:t>
            </a:r>
            <a:endParaRPr lang="en-US" altLang="zh-CN"/>
          </a:p>
        </p:txBody>
      </p:sp>
      <p:cxnSp>
        <p:nvCxnSpPr>
          <p:cNvPr id="22" name="直接箭头连接符 21"/>
          <p:cNvCxnSpPr/>
          <p:nvPr/>
        </p:nvCxnSpPr>
        <p:spPr>
          <a:xfrm flipH="1">
            <a:off x="10713085" y="3401695"/>
            <a:ext cx="6350" cy="1343660"/>
          </a:xfrm>
          <a:prstGeom prst="straightConnector1">
            <a:avLst/>
          </a:prstGeom>
          <a:ln>
            <a:tailEnd type="arrow" w="med" len="med"/>
          </a:ln>
        </p:spPr>
        <p:style>
          <a:lnRef idx="1">
            <a:schemeClr val="dk1"/>
          </a:lnRef>
          <a:fillRef idx="0">
            <a:schemeClr val="dk1"/>
          </a:fillRef>
          <a:effectRef idx="0">
            <a:schemeClr val="dk1"/>
          </a:effectRef>
          <a:fontRef idx="minor">
            <a:schemeClr val="tx1"/>
          </a:fontRef>
        </p:style>
      </p:cxnSp>
      <p:sp>
        <p:nvSpPr>
          <p:cNvPr id="23" name="文本框 22"/>
          <p:cNvSpPr txBox="1"/>
          <p:nvPr/>
        </p:nvSpPr>
        <p:spPr>
          <a:xfrm>
            <a:off x="10817225" y="3839210"/>
            <a:ext cx="817245" cy="368300"/>
          </a:xfrm>
          <a:prstGeom prst="rect">
            <a:avLst/>
          </a:prstGeom>
          <a:noFill/>
        </p:spPr>
        <p:txBody>
          <a:bodyPr wrap="none" rtlCol="0">
            <a:spAutoFit/>
          </a:bodyPr>
          <a:lstStyle/>
          <a:p>
            <a:r>
              <a:rPr lang="en-US" altLang="zh-CN"/>
              <a:t>output</a:t>
            </a:r>
            <a:endParaRPr lang="en-US" altLang="zh-CN"/>
          </a:p>
        </p:txBody>
      </p:sp>
      <p:sp>
        <p:nvSpPr>
          <p:cNvPr id="24" name="矩形 23"/>
          <p:cNvSpPr/>
          <p:nvPr/>
        </p:nvSpPr>
        <p:spPr>
          <a:xfrm>
            <a:off x="9886315" y="4860925"/>
            <a:ext cx="1589405" cy="62293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a:t>code snippets</a:t>
            </a:r>
            <a:endParaRPr lang="en-US" altLang="zh-CN" sz="2000"/>
          </a:p>
        </p:txBody>
      </p:sp>
      <p:cxnSp>
        <p:nvCxnSpPr>
          <p:cNvPr id="25" name="直接箭头连接符 24"/>
          <p:cNvCxnSpPr/>
          <p:nvPr/>
        </p:nvCxnSpPr>
        <p:spPr>
          <a:xfrm flipH="1">
            <a:off x="8515350" y="5175885"/>
            <a:ext cx="1237615" cy="6350"/>
          </a:xfrm>
          <a:prstGeom prst="straightConnector1">
            <a:avLst/>
          </a:prstGeom>
          <a:ln>
            <a:tailEnd type="arrow" w="med" len="med"/>
          </a:ln>
        </p:spPr>
        <p:style>
          <a:lnRef idx="1">
            <a:schemeClr val="dk1"/>
          </a:lnRef>
          <a:fillRef idx="0">
            <a:schemeClr val="dk1"/>
          </a:fillRef>
          <a:effectRef idx="0">
            <a:schemeClr val="dk1"/>
          </a:effectRef>
          <a:fontRef idx="minor">
            <a:schemeClr val="tx1"/>
          </a:fontRef>
        </p:style>
      </p:cxnSp>
      <p:sp>
        <p:nvSpPr>
          <p:cNvPr id="26" name="文本框 25"/>
          <p:cNvSpPr txBox="1"/>
          <p:nvPr/>
        </p:nvSpPr>
        <p:spPr>
          <a:xfrm>
            <a:off x="8640445" y="4699000"/>
            <a:ext cx="987425" cy="368300"/>
          </a:xfrm>
          <a:prstGeom prst="rect">
            <a:avLst/>
          </a:prstGeom>
          <a:noFill/>
        </p:spPr>
        <p:txBody>
          <a:bodyPr wrap="none" rtlCol="0">
            <a:spAutoFit/>
          </a:bodyPr>
          <a:lstStyle/>
          <a:p>
            <a:r>
              <a:rPr lang="en-US" altLang="zh-CN"/>
              <a:t>combine</a:t>
            </a:r>
            <a:endParaRPr lang="en-US" altLang="zh-CN"/>
          </a:p>
        </p:txBody>
      </p:sp>
      <p:sp>
        <p:nvSpPr>
          <p:cNvPr id="27" name="矩形 26"/>
          <p:cNvSpPr/>
          <p:nvPr/>
        </p:nvSpPr>
        <p:spPr>
          <a:xfrm>
            <a:off x="6826885" y="4860925"/>
            <a:ext cx="1555750" cy="6229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a:t>code system</a:t>
            </a:r>
            <a:endParaRPr lang="en-US" altLang="zh-CN" sz="2000"/>
          </a:p>
        </p:txBody>
      </p:sp>
      <p:cxnSp>
        <p:nvCxnSpPr>
          <p:cNvPr id="28" name="直接箭头连接符 27"/>
          <p:cNvCxnSpPr>
            <a:stCxn id="27" idx="1"/>
          </p:cNvCxnSpPr>
          <p:nvPr/>
        </p:nvCxnSpPr>
        <p:spPr>
          <a:xfrm flipH="1" flipV="1">
            <a:off x="5483225" y="5169535"/>
            <a:ext cx="1343660" cy="3175"/>
          </a:xfrm>
          <a:prstGeom prst="straightConnector1">
            <a:avLst/>
          </a:prstGeom>
          <a:ln>
            <a:tailEnd type="arrow" w="med" len="med"/>
          </a:ln>
        </p:spPr>
        <p:style>
          <a:lnRef idx="1">
            <a:schemeClr val="dk1"/>
          </a:lnRef>
          <a:fillRef idx="0">
            <a:schemeClr val="dk1"/>
          </a:fillRef>
          <a:effectRef idx="0">
            <a:schemeClr val="dk1"/>
          </a:effectRef>
          <a:fontRef idx="minor">
            <a:schemeClr val="tx1"/>
          </a:fontRef>
        </p:style>
      </p:cxnSp>
      <p:sp>
        <p:nvSpPr>
          <p:cNvPr id="31" name="矩形 30"/>
          <p:cNvSpPr/>
          <p:nvPr/>
        </p:nvSpPr>
        <p:spPr>
          <a:xfrm>
            <a:off x="3834765" y="4860925"/>
            <a:ext cx="1575435" cy="6229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a:t>validate</a:t>
            </a:r>
            <a:endParaRPr lang="en-US" altLang="zh-CN" sz="2000"/>
          </a:p>
        </p:txBody>
      </p:sp>
      <p:cxnSp>
        <p:nvCxnSpPr>
          <p:cNvPr id="32" name="肘形连接符 31"/>
          <p:cNvCxnSpPr>
            <a:stCxn id="31" idx="1"/>
            <a:endCxn id="3" idx="2"/>
          </p:cNvCxnSpPr>
          <p:nvPr/>
        </p:nvCxnSpPr>
        <p:spPr>
          <a:xfrm rot="10800000">
            <a:off x="3539490" y="3070860"/>
            <a:ext cx="295275" cy="2101850"/>
          </a:xfrm>
          <a:prstGeom prst="bentConnector2">
            <a:avLst/>
          </a:prstGeom>
          <a:ln>
            <a:tailEnd type="arrow" w="med" len="med"/>
          </a:ln>
        </p:spPr>
        <p:style>
          <a:lnRef idx="1">
            <a:schemeClr val="dk1"/>
          </a:lnRef>
          <a:fillRef idx="0">
            <a:schemeClr val="dk1"/>
          </a:fillRef>
          <a:effectRef idx="0">
            <a:schemeClr val="dk1"/>
          </a:effectRef>
          <a:fontRef idx="minor">
            <a:schemeClr val="tx1"/>
          </a:fontRef>
        </p:style>
      </p:cxnSp>
      <p:sp>
        <p:nvSpPr>
          <p:cNvPr id="33" name="文本框 32"/>
          <p:cNvSpPr txBox="1"/>
          <p:nvPr/>
        </p:nvSpPr>
        <p:spPr>
          <a:xfrm>
            <a:off x="2438400" y="4021455"/>
            <a:ext cx="1024255" cy="368300"/>
          </a:xfrm>
          <a:prstGeom prst="rect">
            <a:avLst/>
          </a:prstGeom>
          <a:noFill/>
        </p:spPr>
        <p:txBody>
          <a:bodyPr wrap="none" rtlCol="0">
            <a:spAutoFit/>
          </a:bodyPr>
          <a:lstStyle/>
          <a:p>
            <a:r>
              <a:rPr lang="en-US" altLang="zh-CN"/>
              <a:t>feedback</a:t>
            </a:r>
            <a:endParaRPr lang="en-US" altLang="zh-C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8963025" y="6356350"/>
            <a:ext cx="2743200" cy="365125"/>
          </a:xfrm>
        </p:spPr>
        <p:txBody>
          <a:bodyPr/>
          <a:lstStyle/>
          <a:p>
            <a:fld id="{1FC953C7-F893-4DE8-A097-4DD7E89E8219}" type="slidenum">
              <a:rPr lang="zh-CN" altLang="en-US" smtClean="0"/>
            </a:fld>
            <a:endParaRPr lang="zh-CN" altLang="en-US"/>
          </a:p>
        </p:txBody>
      </p:sp>
      <p:sp>
        <p:nvSpPr>
          <p:cNvPr id="5" name="任意多边形 7"/>
          <p:cNvSpPr/>
          <p:nvPr>
            <p:custDataLst>
              <p:tags r:id="rId1"/>
            </p:custDataLst>
          </p:nvPr>
        </p:nvSpPr>
        <p:spPr>
          <a:xfrm flipV="1">
            <a:off x="543235" y="922509"/>
            <a:ext cx="1140523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14098">
              <a:alpha val="9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a:solidFill>
                <a:srgbClr val="014098"/>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6" name="任意多边形 8"/>
          <p:cNvSpPr/>
          <p:nvPr>
            <p:custDataLst>
              <p:tags r:id="rId2"/>
            </p:custDataLst>
          </p:nvPr>
        </p:nvSpPr>
        <p:spPr>
          <a:xfrm>
            <a:off x="7297" y="616980"/>
            <a:ext cx="410536" cy="381886"/>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140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dirty="0">
              <a:solidFill>
                <a:srgbClr val="7EC234"/>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7" name="Title 1"/>
          <p:cNvSpPr txBox="1"/>
          <p:nvPr/>
        </p:nvSpPr>
        <p:spPr>
          <a:xfrm>
            <a:off x="621665" y="428625"/>
            <a:ext cx="10414635" cy="379730"/>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defRPr/>
            </a:pPr>
            <a:r>
              <a:rPr lang="en-US" altLang="zh-CN" sz="3600" b="1" dirty="0">
                <a:solidFill>
                  <a:srgbClr val="014098"/>
                </a:solidFill>
                <a:latin typeface="Calibri" panose="020F0502020204030204" charset="0"/>
                <a:ea typeface="Calibri" panose="020F0502020204030204" charset="0"/>
                <a:cs typeface="Calibri" panose="020F0502020204030204" charset="0"/>
                <a:sym typeface="+mn-ea"/>
              </a:rPr>
              <a:t>Contents</a:t>
            </a:r>
            <a:endParaRPr lang="en-US" altLang="zh-CN" sz="3600" b="1" dirty="0">
              <a:solidFill>
                <a:srgbClr val="014098"/>
              </a:solidFill>
              <a:latin typeface="Calibri" panose="020F0502020204030204" charset="0"/>
              <a:ea typeface="Calibri" panose="020F0502020204030204" charset="0"/>
              <a:cs typeface="Calibri" panose="020F0502020204030204" charset="0"/>
              <a:sym typeface="+mn-ea"/>
            </a:endParaRPr>
          </a:p>
        </p:txBody>
      </p:sp>
      <p:pic>
        <p:nvPicPr>
          <p:cNvPr id="9" name="Picture 10"/>
          <p:cNvPicPr>
            <a:picLocks noChangeAspect="1"/>
          </p:cNvPicPr>
          <p:nvPr>
            <p:custDataLst>
              <p:tags r:id="rId3"/>
            </p:custDataLst>
          </p:nvPr>
        </p:nvPicPr>
        <p:blipFill>
          <a:blip r:embed="rId4"/>
          <a:stretch>
            <a:fillRect/>
          </a:stretch>
        </p:blipFill>
        <p:spPr>
          <a:xfrm>
            <a:off x="9886209" y="118756"/>
            <a:ext cx="2062261" cy="803753"/>
          </a:xfrm>
          <a:prstGeom prst="rect">
            <a:avLst/>
          </a:prstGeom>
        </p:spPr>
      </p:pic>
      <p:sp>
        <p:nvSpPr>
          <p:cNvPr id="3" name="文本框 2"/>
          <p:cNvSpPr txBox="1"/>
          <p:nvPr/>
        </p:nvSpPr>
        <p:spPr>
          <a:xfrm>
            <a:off x="1279525" y="1507490"/>
            <a:ext cx="3665855" cy="4030980"/>
          </a:xfrm>
          <a:prstGeom prst="rect">
            <a:avLst/>
          </a:prstGeom>
          <a:noFill/>
        </p:spPr>
        <p:txBody>
          <a:bodyPr wrap="square" rtlCol="0">
            <a:spAutoFit/>
          </a:bodyPr>
          <a:lstStyle/>
          <a:p>
            <a:pPr marL="457200" indent="-457200" algn="l">
              <a:buFont typeface="Wingdings" panose="05000000000000000000" charset="0"/>
              <a:buChar char="Ø"/>
            </a:pPr>
            <a:r>
              <a:rPr lang="en-US" altLang="zh-CN" sz="3200"/>
              <a:t>Background   			</a:t>
            </a:r>
            <a:endParaRPr lang="en-US" altLang="zh-CN" sz="3200"/>
          </a:p>
          <a:p>
            <a:pPr marL="457200" indent="-457200" algn="l">
              <a:buFont typeface="Wingdings" panose="05000000000000000000" charset="0"/>
              <a:buChar char="Ø"/>
            </a:pPr>
            <a:r>
              <a:rPr lang="en-US" altLang="zh-CN" sz="3200"/>
              <a:t>Goal					</a:t>
            </a:r>
            <a:endParaRPr lang="en-US" altLang="zh-CN" sz="3200"/>
          </a:p>
          <a:p>
            <a:pPr marL="457200" indent="-457200" algn="l">
              <a:buFont typeface="Wingdings" panose="05000000000000000000" charset="0"/>
              <a:buChar char="Ø"/>
            </a:pPr>
            <a:r>
              <a:rPr lang="en-US" sz="3200" dirty="0">
                <a:latin typeface="Calibri" panose="020F0502020204030204" charset="0"/>
                <a:cs typeface="Calibri" panose="020F0502020204030204" charset="0"/>
                <a:sym typeface="+mn-ea"/>
              </a:rPr>
              <a:t>Schedule 					</a:t>
            </a:r>
            <a:endParaRPr lang="en-US" sz="3200" dirty="0">
              <a:latin typeface="Calibri" panose="020F0502020204030204" charset="0"/>
              <a:cs typeface="Calibri" panose="020F0502020204030204" charset="0"/>
              <a:sym typeface="+mn-ea"/>
            </a:endParaRPr>
          </a:p>
          <a:p>
            <a:pPr algn="l"/>
            <a:endParaRPr lang="en-US" altLang="zh-CN" sz="3200"/>
          </a:p>
        </p:txBody>
      </p:sp>
      <p:sp>
        <p:nvSpPr>
          <p:cNvPr id="122" name="文本框 121"/>
          <p:cNvSpPr txBox="1"/>
          <p:nvPr/>
        </p:nvSpPr>
        <p:spPr>
          <a:xfrm>
            <a:off x="6843395" y="1507490"/>
            <a:ext cx="2740025" cy="3107690"/>
          </a:xfrm>
          <a:prstGeom prst="rect">
            <a:avLst/>
          </a:prstGeom>
          <a:noFill/>
        </p:spPr>
        <p:txBody>
          <a:bodyPr wrap="none" rtlCol="0" anchor="t">
            <a:spAutoFit/>
          </a:bodyPr>
          <a:lstStyle/>
          <a:p>
            <a:pPr marL="457200" indent="-457200" algn="l">
              <a:buClrTx/>
              <a:buSzTx/>
              <a:buFont typeface="Wingdings" panose="05000000000000000000" charset="0"/>
              <a:buChar char="Ø"/>
            </a:pPr>
            <a:r>
              <a:rPr lang="en-US" altLang="zh-CN" sz="3200">
                <a:sym typeface="+mn-ea"/>
              </a:rPr>
              <a:t>Motivation</a:t>
            </a:r>
            <a:endParaRPr lang="en-US" altLang="zh-CN" sz="3200">
              <a:sym typeface="+mn-ea"/>
            </a:endParaRPr>
          </a:p>
          <a:p>
            <a:pPr marL="457200" indent="-457200" algn="l">
              <a:buClrTx/>
              <a:buSzTx/>
              <a:buFont typeface="Wingdings" panose="05000000000000000000" charset="0"/>
              <a:buChar char="Ø"/>
            </a:pPr>
            <a:endParaRPr lang="en-US" altLang="zh-CN" sz="3200">
              <a:sym typeface="+mn-ea"/>
            </a:endParaRPr>
          </a:p>
          <a:p>
            <a:pPr marL="457200" indent="-457200" algn="l">
              <a:buClrTx/>
              <a:buSzTx/>
              <a:buFont typeface="Wingdings" panose="05000000000000000000" charset="0"/>
              <a:buChar char="Ø"/>
            </a:pPr>
            <a:r>
              <a:rPr lang="en-US" altLang="zh-CN" sz="3200">
                <a:sym typeface="+mn-ea"/>
              </a:rPr>
              <a:t>Feasibility</a:t>
            </a:r>
            <a:endParaRPr lang="en-US" altLang="zh-CN" sz="3200">
              <a:sym typeface="+mn-ea"/>
            </a:endParaRPr>
          </a:p>
          <a:p>
            <a:pPr marL="457200" indent="-457200" algn="l">
              <a:buClrTx/>
              <a:buSzTx/>
              <a:buFont typeface="Wingdings" panose="05000000000000000000" charset="0"/>
              <a:buChar char="Ø"/>
            </a:pPr>
            <a:endParaRPr lang="en-US" altLang="zh-CN" sz="3200">
              <a:sym typeface="+mn-ea"/>
            </a:endParaRPr>
          </a:p>
          <a:p>
            <a:pPr marL="457200" indent="-457200" algn="l">
              <a:buClrTx/>
              <a:buSzTx/>
              <a:buFont typeface="Wingdings" panose="05000000000000000000" charset="0"/>
              <a:buChar char="Ø"/>
            </a:pPr>
            <a:r>
              <a:rPr lang="en-US" altLang="zh-CN" sz="3200">
                <a:sym typeface="+mn-ea"/>
              </a:rPr>
              <a:t>Expectations</a:t>
            </a:r>
            <a:endParaRPr lang="en-US" altLang="zh-CN" sz="3200">
              <a:sym typeface="+mn-ea"/>
            </a:endParaRPr>
          </a:p>
          <a:p>
            <a:pPr marL="457200" indent="-457200" algn="l">
              <a:buFont typeface="Wingdings" panose="05000000000000000000" charset="0"/>
              <a:buChar char="Ø"/>
            </a:pPr>
            <a:endParaRPr lang="en-US" dirty="0">
              <a:latin typeface="Calibri" panose="020F0502020204030204" charset="0"/>
              <a:cs typeface="Calibri" panose="020F0502020204030204" charset="0"/>
              <a:sym typeface="+mn-ea"/>
            </a:endParaRPr>
          </a:p>
          <a:p>
            <a:pPr marL="457200" indent="-457200" algn="l">
              <a:buFont typeface="Wingdings" panose="05000000000000000000" charset="0"/>
              <a:buChar char="Ø"/>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122">
                                            <p:txEl>
                                              <p:pRg st="2" end="2"/>
                                            </p:txEl>
                                          </p:spTgt>
                                        </p:tgtEl>
                                        <p:attrNameLst>
                                          <p:attrName>style.color</p:attrName>
                                        </p:attrNameLst>
                                      </p:cBhvr>
                                      <p:to>
                                        <p:clrVal>
                                          <a:schemeClr val="accent2"/>
                                        </p:clrVal>
                                      </p:to>
                                    </p:set>
                                    <p:set>
                                      <p:cBhvr>
                                        <p:cTn id="7" dur="500" fill="hold"/>
                                        <p:tgtEl>
                                          <p:spTgt spid="122">
                                            <p:txEl>
                                              <p:pRg st="2" end="2"/>
                                            </p:txEl>
                                          </p:spTgt>
                                        </p:tgtEl>
                                        <p:attrNameLst>
                                          <p:attrName>fillcolor</p:attrName>
                                        </p:attrNameLst>
                                      </p:cBhvr>
                                      <p:to>
                                        <p:clrVal>
                                          <a:schemeClr val="accent2"/>
                                        </p:clrVal>
                                      </p:to>
                                    </p:set>
                                    <p:set>
                                      <p:cBhvr>
                                        <p:cTn id="8" dur="500" fill="hold"/>
                                        <p:tgtEl>
                                          <p:spTgt spid="122">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7"/>
          <p:cNvSpPr/>
          <p:nvPr>
            <p:custDataLst>
              <p:tags r:id="rId1"/>
            </p:custDataLst>
          </p:nvPr>
        </p:nvSpPr>
        <p:spPr>
          <a:xfrm flipV="1">
            <a:off x="543235" y="922509"/>
            <a:ext cx="1140523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14098">
              <a:alpha val="9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a:solidFill>
                <a:srgbClr val="014098"/>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6" name="任意多边形 8"/>
          <p:cNvSpPr/>
          <p:nvPr>
            <p:custDataLst>
              <p:tags r:id="rId2"/>
            </p:custDataLst>
          </p:nvPr>
        </p:nvSpPr>
        <p:spPr>
          <a:xfrm>
            <a:off x="7297" y="616980"/>
            <a:ext cx="410536" cy="381886"/>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140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dirty="0">
              <a:solidFill>
                <a:srgbClr val="7EC234"/>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7" name="Title 1"/>
          <p:cNvSpPr txBox="1"/>
          <p:nvPr/>
        </p:nvSpPr>
        <p:spPr>
          <a:xfrm>
            <a:off x="621665" y="428625"/>
            <a:ext cx="6534150" cy="379730"/>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defRPr/>
            </a:pPr>
            <a:r>
              <a:rPr lang="en-US" altLang="zh-CN" sz="3600" b="1" dirty="0">
                <a:solidFill>
                  <a:srgbClr val="014098"/>
                </a:solidFill>
                <a:latin typeface="Calibri" panose="020F0502020204030204" charset="0"/>
                <a:ea typeface="Calibri" panose="020F0502020204030204" charset="0"/>
                <a:cs typeface="Calibri" panose="020F0502020204030204" charset="0"/>
                <a:sym typeface="+mn-ea"/>
              </a:rPr>
              <a:t>Feasibility</a:t>
            </a:r>
            <a:endParaRPr lang="zh-CN" altLang="en-US" sz="3600" b="1" dirty="0">
              <a:solidFill>
                <a:srgbClr val="014098"/>
              </a:solidFill>
              <a:latin typeface="Calibri" panose="020F0502020204030204" charset="0"/>
              <a:ea typeface="Calibri" panose="020F0502020204030204" charset="0"/>
              <a:cs typeface="Calibri" panose="020F0502020204030204" charset="0"/>
              <a:sym typeface="+mn-ea"/>
            </a:endParaRPr>
          </a:p>
        </p:txBody>
      </p:sp>
      <p:pic>
        <p:nvPicPr>
          <p:cNvPr id="9" name="Picture 10"/>
          <p:cNvPicPr>
            <a:picLocks noChangeAspect="1"/>
          </p:cNvPicPr>
          <p:nvPr>
            <p:custDataLst>
              <p:tags r:id="rId3"/>
            </p:custDataLst>
          </p:nvPr>
        </p:nvPicPr>
        <p:blipFill>
          <a:blip r:embed="rId4"/>
          <a:stretch>
            <a:fillRect/>
          </a:stretch>
        </p:blipFill>
        <p:spPr>
          <a:xfrm>
            <a:off x="9886209" y="118756"/>
            <a:ext cx="2062261" cy="803753"/>
          </a:xfrm>
          <a:prstGeom prst="rect">
            <a:avLst/>
          </a:prstGeom>
        </p:spPr>
      </p:pic>
      <p:sp>
        <p:nvSpPr>
          <p:cNvPr id="4" name="灯片编号占位符 3"/>
          <p:cNvSpPr>
            <a:spLocks noGrp="1"/>
          </p:cNvSpPr>
          <p:nvPr>
            <p:ph type="sldNum" sz="quarter" idx="12"/>
          </p:nvPr>
        </p:nvSpPr>
        <p:spPr/>
        <p:txBody>
          <a:bodyPr/>
          <a:lstStyle/>
          <a:p>
            <a:fld id="{1FC953C7-F893-4DE8-A097-4DD7E89E8219}" type="slidenum">
              <a:rPr lang="zh-CN" altLang="en-US" smtClean="0"/>
            </a:fld>
            <a:endParaRPr lang="zh-CN" altLang="en-US"/>
          </a:p>
        </p:txBody>
      </p:sp>
      <p:sp>
        <p:nvSpPr>
          <p:cNvPr id="17" name="文本框 16"/>
          <p:cNvSpPr txBox="1"/>
          <p:nvPr/>
        </p:nvSpPr>
        <p:spPr>
          <a:xfrm>
            <a:off x="1447165" y="1431290"/>
            <a:ext cx="4726940" cy="521970"/>
          </a:xfrm>
          <a:prstGeom prst="rect">
            <a:avLst/>
          </a:prstGeom>
          <a:noFill/>
        </p:spPr>
        <p:txBody>
          <a:bodyPr wrap="none" rtlCol="0" anchor="t">
            <a:spAutoFit/>
          </a:bodyPr>
          <a:lstStyle/>
          <a:p>
            <a:pPr indent="0">
              <a:buFont typeface="Wingdings" panose="05000000000000000000" charset="0"/>
              <a:buNone/>
              <a:defRPr/>
            </a:pPr>
            <a:r>
              <a:rPr lang="en-US" altLang="zh-CN" sz="2800" kern="100" dirty="0">
                <a:latin typeface="Calibri" panose="020F0502020204030204" charset="0"/>
                <a:ea typeface="微软雅黑" panose="020B0503020204020204" charset="-122"/>
                <a:cs typeface="Calibri" panose="020F0502020204030204" charset="0"/>
                <a:sym typeface="+mn-ea"/>
              </a:rPr>
              <a:t>The research content is feasible</a:t>
            </a:r>
            <a:endParaRPr lang="en-US" altLang="zh-CN" sz="2800" kern="100" dirty="0">
              <a:latin typeface="Calibri" panose="020F0502020204030204" charset="0"/>
              <a:ea typeface="微软雅黑" panose="020B0503020204020204" charset="-122"/>
              <a:cs typeface="Calibri" panose="020F0502020204030204" charset="0"/>
              <a:sym typeface="+mn-ea"/>
            </a:endParaRPr>
          </a:p>
        </p:txBody>
      </p:sp>
      <p:pic>
        <p:nvPicPr>
          <p:cNvPr id="24" name="图片 23"/>
          <p:cNvPicPr>
            <a:picLocks noChangeAspect="1"/>
          </p:cNvPicPr>
          <p:nvPr/>
        </p:nvPicPr>
        <p:blipFill>
          <a:blip r:embed="rId5"/>
          <a:stretch>
            <a:fillRect/>
          </a:stretch>
        </p:blipFill>
        <p:spPr>
          <a:xfrm>
            <a:off x="7242175" y="1163320"/>
            <a:ext cx="4130040" cy="5142230"/>
          </a:xfrm>
          <a:prstGeom prst="rect">
            <a:avLst/>
          </a:prstGeom>
        </p:spPr>
      </p:pic>
      <p:pic>
        <p:nvPicPr>
          <p:cNvPr id="25" name="图片 24"/>
          <p:cNvPicPr>
            <a:picLocks noChangeAspect="1"/>
          </p:cNvPicPr>
          <p:nvPr/>
        </p:nvPicPr>
        <p:blipFill>
          <a:blip r:embed="rId6"/>
          <a:stretch>
            <a:fillRect/>
          </a:stretch>
        </p:blipFill>
        <p:spPr>
          <a:xfrm>
            <a:off x="4678045" y="3077845"/>
            <a:ext cx="1312545" cy="1312545"/>
          </a:xfrm>
          <a:prstGeom prst="rect">
            <a:avLst/>
          </a:prstGeom>
        </p:spPr>
      </p:pic>
      <p:cxnSp>
        <p:nvCxnSpPr>
          <p:cNvPr id="26" name="直接箭头连接符 25"/>
          <p:cNvCxnSpPr/>
          <p:nvPr/>
        </p:nvCxnSpPr>
        <p:spPr>
          <a:xfrm flipV="1">
            <a:off x="6064885" y="3708400"/>
            <a:ext cx="1144905" cy="5715"/>
          </a:xfrm>
          <a:prstGeom prst="straightConnector1">
            <a:avLst/>
          </a:prstGeom>
          <a:ln w="50800">
            <a:tailEnd type="arrow" w="med" len="med"/>
          </a:ln>
        </p:spPr>
        <p:style>
          <a:lnRef idx="3">
            <a:schemeClr val="accent1"/>
          </a:lnRef>
          <a:fillRef idx="0">
            <a:schemeClr val="accent1"/>
          </a:fillRef>
          <a:effectRef idx="2">
            <a:schemeClr val="accent1"/>
          </a:effectRef>
          <a:fontRef idx="minor">
            <a:schemeClr val="tx1"/>
          </a:fontRef>
        </p:style>
      </p:cxnSp>
      <p:pic>
        <p:nvPicPr>
          <p:cNvPr id="27" name="图片 26" descr="用户"/>
          <p:cNvPicPr>
            <a:picLocks noChangeAspect="1"/>
          </p:cNvPicPr>
          <p:nvPr/>
        </p:nvPicPr>
        <p:blipFill>
          <a:blip r:embed="rId7"/>
          <a:stretch>
            <a:fillRect/>
          </a:stretch>
        </p:blipFill>
        <p:spPr>
          <a:xfrm>
            <a:off x="1628775" y="3077845"/>
            <a:ext cx="1323975" cy="1323975"/>
          </a:xfrm>
          <a:prstGeom prst="rect">
            <a:avLst/>
          </a:prstGeom>
        </p:spPr>
      </p:pic>
      <p:cxnSp>
        <p:nvCxnSpPr>
          <p:cNvPr id="28" name="直接箭头连接符 27"/>
          <p:cNvCxnSpPr/>
          <p:nvPr/>
        </p:nvCxnSpPr>
        <p:spPr>
          <a:xfrm flipV="1">
            <a:off x="3147695" y="3708400"/>
            <a:ext cx="1325245" cy="5715"/>
          </a:xfrm>
          <a:prstGeom prst="straightConnector1">
            <a:avLst/>
          </a:prstGeom>
          <a:ln w="50800">
            <a:tailEnd type="arrow" w="med" len="med"/>
          </a:ln>
        </p:spPr>
        <p:style>
          <a:lnRef idx="3">
            <a:schemeClr val="accent1"/>
          </a:lnRef>
          <a:fillRef idx="0">
            <a:schemeClr val="accent1"/>
          </a:fillRef>
          <a:effectRef idx="2">
            <a:schemeClr val="accent1"/>
          </a:effectRef>
          <a:fontRef idx="minor">
            <a:schemeClr val="tx1"/>
          </a:fontRef>
        </p:style>
      </p:cxnSp>
      <p:sp>
        <p:nvSpPr>
          <p:cNvPr id="29" name="文本框 28"/>
          <p:cNvSpPr txBox="1"/>
          <p:nvPr/>
        </p:nvSpPr>
        <p:spPr>
          <a:xfrm>
            <a:off x="3112770" y="3229610"/>
            <a:ext cx="1239520" cy="398780"/>
          </a:xfrm>
          <a:prstGeom prst="rect">
            <a:avLst/>
          </a:prstGeom>
          <a:noFill/>
        </p:spPr>
        <p:txBody>
          <a:bodyPr wrap="none" rtlCol="0">
            <a:spAutoFit/>
          </a:bodyPr>
          <a:lstStyle/>
          <a:p>
            <a:r>
              <a:rPr lang="en-US" altLang="zh-CN" sz="2000"/>
              <a:t>4 prompts</a:t>
            </a:r>
            <a:endParaRPr lang="en-US" altLang="zh-CN" sz="2000"/>
          </a:p>
        </p:txBody>
      </p:sp>
      <p:sp>
        <p:nvSpPr>
          <p:cNvPr id="30" name="文本框 29"/>
          <p:cNvSpPr txBox="1"/>
          <p:nvPr/>
        </p:nvSpPr>
        <p:spPr>
          <a:xfrm>
            <a:off x="3112770" y="3820795"/>
            <a:ext cx="1256665" cy="398780"/>
          </a:xfrm>
          <a:prstGeom prst="rect">
            <a:avLst/>
          </a:prstGeom>
          <a:noFill/>
        </p:spPr>
        <p:txBody>
          <a:bodyPr wrap="none" rtlCol="0">
            <a:spAutoFit/>
          </a:bodyPr>
          <a:lstStyle/>
          <a:p>
            <a:r>
              <a:rPr lang="en-US" altLang="zh-CN" sz="2000"/>
              <a:t>159 words</a:t>
            </a:r>
            <a:endParaRPr lang="en-US" altLang="zh-CN" sz="2000"/>
          </a:p>
        </p:txBody>
      </p:sp>
      <p:sp>
        <p:nvSpPr>
          <p:cNvPr id="31" name="文本框 30"/>
          <p:cNvSpPr txBox="1"/>
          <p:nvPr/>
        </p:nvSpPr>
        <p:spPr>
          <a:xfrm>
            <a:off x="6007735" y="3229610"/>
            <a:ext cx="1096010" cy="398780"/>
          </a:xfrm>
          <a:prstGeom prst="rect">
            <a:avLst/>
          </a:prstGeom>
          <a:noFill/>
        </p:spPr>
        <p:txBody>
          <a:bodyPr wrap="none" rtlCol="0">
            <a:spAutoFit/>
          </a:bodyPr>
          <a:lstStyle/>
          <a:p>
            <a:r>
              <a:rPr lang="en-US" altLang="zh-CN" sz="2000"/>
              <a:t>generate</a:t>
            </a:r>
            <a:endParaRPr lang="en-US" altLang="zh-CN" sz="2000"/>
          </a:p>
        </p:txBody>
      </p:sp>
      <p:pic>
        <p:nvPicPr>
          <p:cNvPr id="34" name="图片 33" descr="对勾"/>
          <p:cNvPicPr>
            <a:picLocks noChangeAspect="1"/>
          </p:cNvPicPr>
          <p:nvPr/>
        </p:nvPicPr>
        <p:blipFill>
          <a:blip r:embed="rId8"/>
          <a:stretch>
            <a:fillRect/>
          </a:stretch>
        </p:blipFill>
        <p:spPr>
          <a:xfrm>
            <a:off x="621665" y="1376680"/>
            <a:ext cx="631190" cy="631190"/>
          </a:xfrm>
          <a:prstGeom prst="rect">
            <a:avLst/>
          </a:prstGeom>
        </p:spPr>
      </p:pic>
      <p:sp>
        <p:nvSpPr>
          <p:cNvPr id="37" name="文本框 36"/>
          <p:cNvSpPr txBox="1"/>
          <p:nvPr/>
        </p:nvSpPr>
        <p:spPr>
          <a:xfrm>
            <a:off x="621665" y="5288915"/>
            <a:ext cx="6428105" cy="706755"/>
          </a:xfrm>
          <a:prstGeom prst="rect">
            <a:avLst/>
          </a:prstGeom>
          <a:noFill/>
        </p:spPr>
        <p:txBody>
          <a:bodyPr wrap="square" rtlCol="0" anchor="t">
            <a:spAutoFit/>
          </a:bodyPr>
          <a:lstStyle/>
          <a:p>
            <a:pPr algn="ctr"/>
            <a:r>
              <a:rPr lang="en-US" altLang="zh-CN" sz="2000">
                <a:sym typeface="+mn-ea"/>
              </a:rPr>
              <a:t>A</a:t>
            </a:r>
            <a:r>
              <a:rPr lang="zh-CN" altLang="en-US" sz="2000">
                <a:sym typeface="+mn-ea"/>
              </a:rPr>
              <a:t>n LLM can</a:t>
            </a:r>
            <a:r>
              <a:rPr lang="en-US" altLang="zh-CN" sz="2000">
                <a:sym typeface="+mn-ea"/>
              </a:rPr>
              <a:t> </a:t>
            </a:r>
            <a:r>
              <a:rPr lang="zh-CN" altLang="en-US" sz="2000">
                <a:solidFill>
                  <a:srgbClr val="C00000"/>
                </a:solidFill>
                <a:sym typeface="+mn-ea"/>
              </a:rPr>
              <a:t>implement network programs</a:t>
            </a:r>
            <a:r>
              <a:rPr lang="en-US" altLang="zh-CN" sz="2000">
                <a:sym typeface="+mn-ea"/>
              </a:rPr>
              <a:t> and we can apply it to </a:t>
            </a:r>
            <a:r>
              <a:rPr lang="en-US" altLang="zh-CN" sz="2000">
                <a:solidFill>
                  <a:srgbClr val="C00000"/>
                </a:solidFill>
                <a:sym typeface="+mn-ea"/>
              </a:rPr>
              <a:t>more complex</a:t>
            </a:r>
            <a:r>
              <a:rPr lang="en-US" altLang="zh-CN" sz="2000">
                <a:sym typeface="+mn-ea"/>
              </a:rPr>
              <a:t> network research results!</a:t>
            </a:r>
            <a:endParaRPr lang="en-US" altLang="zh-CN" sz="200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dissolve">
                                      <p:cBhvr>
                                        <p:cTn id="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7"/>
          <p:cNvSpPr/>
          <p:nvPr>
            <p:custDataLst>
              <p:tags r:id="rId1"/>
            </p:custDataLst>
          </p:nvPr>
        </p:nvSpPr>
        <p:spPr>
          <a:xfrm flipV="1">
            <a:off x="543235" y="922509"/>
            <a:ext cx="1140523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14098">
              <a:alpha val="9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a:solidFill>
                <a:srgbClr val="014098"/>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6" name="任意多边形 8"/>
          <p:cNvSpPr/>
          <p:nvPr>
            <p:custDataLst>
              <p:tags r:id="rId2"/>
            </p:custDataLst>
          </p:nvPr>
        </p:nvSpPr>
        <p:spPr>
          <a:xfrm>
            <a:off x="7297" y="616980"/>
            <a:ext cx="410536" cy="381886"/>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140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dirty="0">
              <a:solidFill>
                <a:srgbClr val="7EC234"/>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7" name="Title 1"/>
          <p:cNvSpPr txBox="1"/>
          <p:nvPr/>
        </p:nvSpPr>
        <p:spPr>
          <a:xfrm>
            <a:off x="621665" y="428625"/>
            <a:ext cx="6534150" cy="379730"/>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defRPr/>
            </a:pPr>
            <a:r>
              <a:rPr lang="en-US" altLang="zh-CN" sz="3600" b="1" dirty="0">
                <a:solidFill>
                  <a:srgbClr val="014098"/>
                </a:solidFill>
                <a:latin typeface="Calibri" panose="020F0502020204030204" charset="0"/>
                <a:ea typeface="Calibri" panose="020F0502020204030204" charset="0"/>
                <a:cs typeface="Calibri" panose="020F0502020204030204" charset="0"/>
                <a:sym typeface="+mn-ea"/>
              </a:rPr>
              <a:t>Feasibility</a:t>
            </a:r>
            <a:endParaRPr lang="zh-CN" altLang="en-US" sz="3600" b="1" dirty="0">
              <a:solidFill>
                <a:srgbClr val="014098"/>
              </a:solidFill>
              <a:latin typeface="Calibri" panose="020F0502020204030204" charset="0"/>
              <a:ea typeface="Calibri" panose="020F0502020204030204" charset="0"/>
              <a:cs typeface="Calibri" panose="020F0502020204030204" charset="0"/>
              <a:sym typeface="+mn-ea"/>
            </a:endParaRPr>
          </a:p>
        </p:txBody>
      </p:sp>
      <p:pic>
        <p:nvPicPr>
          <p:cNvPr id="9" name="Picture 10"/>
          <p:cNvPicPr>
            <a:picLocks noChangeAspect="1"/>
          </p:cNvPicPr>
          <p:nvPr>
            <p:custDataLst>
              <p:tags r:id="rId3"/>
            </p:custDataLst>
          </p:nvPr>
        </p:nvPicPr>
        <p:blipFill>
          <a:blip r:embed="rId4"/>
          <a:stretch>
            <a:fillRect/>
          </a:stretch>
        </p:blipFill>
        <p:spPr>
          <a:xfrm>
            <a:off x="9886209" y="118756"/>
            <a:ext cx="2062261" cy="803753"/>
          </a:xfrm>
          <a:prstGeom prst="rect">
            <a:avLst/>
          </a:prstGeom>
        </p:spPr>
      </p:pic>
      <p:sp>
        <p:nvSpPr>
          <p:cNvPr id="4" name="灯片编号占位符 3"/>
          <p:cNvSpPr>
            <a:spLocks noGrp="1"/>
          </p:cNvSpPr>
          <p:nvPr>
            <p:ph type="sldNum" sz="quarter" idx="12"/>
          </p:nvPr>
        </p:nvSpPr>
        <p:spPr/>
        <p:txBody>
          <a:bodyPr/>
          <a:lstStyle/>
          <a:p>
            <a:fld id="{1FC953C7-F893-4DE8-A097-4DD7E89E8219}" type="slidenum">
              <a:rPr lang="zh-CN" altLang="en-US" smtClean="0"/>
            </a:fld>
            <a:endParaRPr lang="zh-CN" altLang="en-US"/>
          </a:p>
        </p:txBody>
      </p:sp>
      <p:sp>
        <p:nvSpPr>
          <p:cNvPr id="2" name="文本框 1"/>
          <p:cNvSpPr txBox="1"/>
          <p:nvPr/>
        </p:nvSpPr>
        <p:spPr>
          <a:xfrm>
            <a:off x="1539875" y="1311275"/>
            <a:ext cx="4624070" cy="521970"/>
          </a:xfrm>
          <a:prstGeom prst="rect">
            <a:avLst/>
          </a:prstGeom>
          <a:noFill/>
        </p:spPr>
        <p:txBody>
          <a:bodyPr wrap="none" rtlCol="0" anchor="t">
            <a:spAutoFit/>
          </a:bodyPr>
          <a:lstStyle/>
          <a:p>
            <a:pPr indent="0">
              <a:buFont typeface="Wingdings" panose="05000000000000000000" charset="0"/>
              <a:buNone/>
              <a:defRPr/>
            </a:pPr>
            <a:r>
              <a:rPr lang="zh-CN" altLang="en-US" sz="2800" dirty="0">
                <a:latin typeface="Calibri" panose="020F0502020204030204" charset="0"/>
                <a:ea typeface="微软雅黑" panose="020B0503020204020204" charset="-122"/>
                <a:cs typeface="Calibri" panose="020F0502020204030204" charset="0"/>
                <a:sym typeface="+mn-ea"/>
              </a:rPr>
              <a:t>Literature research is sufficient</a:t>
            </a:r>
            <a:endParaRPr lang="zh-CN" altLang="en-US" sz="2800" dirty="0">
              <a:latin typeface="Calibri" panose="020F0502020204030204" charset="0"/>
              <a:ea typeface="微软雅黑" panose="020B0503020204020204" charset="-122"/>
              <a:cs typeface="Calibri" panose="020F0502020204030204" charset="0"/>
              <a:sym typeface="+mn-ea"/>
            </a:endParaRPr>
          </a:p>
        </p:txBody>
      </p:sp>
      <p:pic>
        <p:nvPicPr>
          <p:cNvPr id="34" name="图片 33" descr="对勾"/>
          <p:cNvPicPr>
            <a:picLocks noChangeAspect="1"/>
          </p:cNvPicPr>
          <p:nvPr/>
        </p:nvPicPr>
        <p:blipFill>
          <a:blip r:embed="rId5"/>
          <a:stretch>
            <a:fillRect/>
          </a:stretch>
        </p:blipFill>
        <p:spPr>
          <a:xfrm>
            <a:off x="621665" y="1311275"/>
            <a:ext cx="631190" cy="631190"/>
          </a:xfrm>
          <a:prstGeom prst="rect">
            <a:avLst/>
          </a:prstGeom>
        </p:spPr>
      </p:pic>
      <p:sp>
        <p:nvSpPr>
          <p:cNvPr id="8" name="文本框 7"/>
          <p:cNvSpPr txBox="1"/>
          <p:nvPr/>
        </p:nvSpPr>
        <p:spPr>
          <a:xfrm>
            <a:off x="561340" y="4072890"/>
            <a:ext cx="6102350" cy="398780"/>
          </a:xfrm>
          <a:prstGeom prst="rect">
            <a:avLst/>
          </a:prstGeom>
          <a:noFill/>
        </p:spPr>
        <p:txBody>
          <a:bodyPr wrap="square" rtlCol="0" anchor="t">
            <a:spAutoFit/>
          </a:bodyPr>
          <a:lstStyle/>
          <a:p>
            <a:r>
              <a:rPr lang="en-US" altLang="zh-CN" sz="2000">
                <a:sym typeface="+mn-ea"/>
              </a:rPr>
              <a:t>A</a:t>
            </a:r>
            <a:r>
              <a:rPr lang="zh-CN" altLang="en-US" sz="2000">
                <a:sym typeface="+mn-ea"/>
              </a:rPr>
              <a:t>pply LLMs to</a:t>
            </a:r>
            <a:r>
              <a:rPr lang="zh-CN" altLang="en-US" sz="2000"/>
              <a:t> </a:t>
            </a:r>
            <a:r>
              <a:rPr lang="zh-CN" altLang="en-US" sz="2000">
                <a:solidFill>
                  <a:srgbClr val="C00000"/>
                </a:solidFill>
              </a:rPr>
              <a:t>domain</a:t>
            </a:r>
            <a:r>
              <a:rPr lang="en-US" altLang="zh-CN" sz="2000">
                <a:solidFill>
                  <a:srgbClr val="C00000"/>
                </a:solidFill>
              </a:rPr>
              <a:t> </a:t>
            </a:r>
            <a:r>
              <a:rPr lang="zh-CN" altLang="en-US" sz="2000">
                <a:solidFill>
                  <a:srgbClr val="C00000"/>
                </a:solidFill>
              </a:rPr>
              <a:t>specific</a:t>
            </a:r>
            <a:r>
              <a:rPr lang="zh-CN" altLang="en-US" sz="2000"/>
              <a:t> code intelligence tasks</a:t>
            </a:r>
            <a:r>
              <a:rPr lang="en-US" altLang="zh-CN" sz="2000"/>
              <a:t>:</a:t>
            </a:r>
            <a:endParaRPr lang="en-US" altLang="zh-CN" sz="2000"/>
          </a:p>
        </p:txBody>
      </p:sp>
      <p:sp>
        <p:nvSpPr>
          <p:cNvPr id="15" name="文本框 14"/>
          <p:cNvSpPr txBox="1"/>
          <p:nvPr/>
        </p:nvSpPr>
        <p:spPr>
          <a:xfrm>
            <a:off x="561340" y="2164715"/>
            <a:ext cx="4946015" cy="398780"/>
          </a:xfrm>
          <a:prstGeom prst="rect">
            <a:avLst/>
          </a:prstGeom>
          <a:noFill/>
        </p:spPr>
        <p:txBody>
          <a:bodyPr wrap="none" rtlCol="0" anchor="t">
            <a:spAutoFit/>
          </a:bodyPr>
          <a:lstStyle/>
          <a:p>
            <a:r>
              <a:rPr lang="en-US" altLang="zh-CN" sz="2000">
                <a:sym typeface="+mn-ea"/>
              </a:rPr>
              <a:t>A</a:t>
            </a:r>
            <a:r>
              <a:rPr lang="zh-CN" altLang="en-US" sz="2000">
                <a:sym typeface="+mn-ea"/>
              </a:rPr>
              <a:t>pply LLMs to </a:t>
            </a:r>
            <a:r>
              <a:rPr lang="zh-CN" altLang="en-US" sz="2000">
                <a:solidFill>
                  <a:srgbClr val="C00000"/>
                </a:solidFill>
                <a:sym typeface="+mn-ea"/>
              </a:rPr>
              <a:t>general</a:t>
            </a:r>
            <a:r>
              <a:rPr lang="en-US" altLang="zh-CN" sz="2000">
                <a:solidFill>
                  <a:srgbClr val="C00000"/>
                </a:solidFill>
                <a:sym typeface="+mn-ea"/>
              </a:rPr>
              <a:t> </a:t>
            </a:r>
            <a:r>
              <a:rPr lang="zh-CN" altLang="en-US" sz="2000">
                <a:sym typeface="+mn-ea"/>
              </a:rPr>
              <a:t>code intelligence tasks</a:t>
            </a:r>
            <a:r>
              <a:rPr lang="en-US" altLang="zh-CN" sz="2000">
                <a:sym typeface="+mn-ea"/>
              </a:rPr>
              <a:t>: </a:t>
            </a:r>
            <a:endParaRPr lang="en-US" altLang="zh-CN" sz="2000">
              <a:sym typeface="+mn-ea"/>
            </a:endParaRPr>
          </a:p>
        </p:txBody>
      </p:sp>
      <p:pic>
        <p:nvPicPr>
          <p:cNvPr id="21" name="图片 20"/>
          <p:cNvPicPr>
            <a:picLocks noChangeAspect="1"/>
          </p:cNvPicPr>
          <p:nvPr/>
        </p:nvPicPr>
        <p:blipFill>
          <a:blip r:embed="rId6"/>
          <a:stretch>
            <a:fillRect/>
          </a:stretch>
        </p:blipFill>
        <p:spPr>
          <a:xfrm>
            <a:off x="7449185" y="2533015"/>
            <a:ext cx="4606925" cy="1010285"/>
          </a:xfrm>
          <a:prstGeom prst="rect">
            <a:avLst/>
          </a:prstGeom>
        </p:spPr>
      </p:pic>
      <p:sp>
        <p:nvSpPr>
          <p:cNvPr id="22" name="文本框 21"/>
          <p:cNvSpPr txBox="1"/>
          <p:nvPr/>
        </p:nvSpPr>
        <p:spPr>
          <a:xfrm>
            <a:off x="8743315" y="3677920"/>
            <a:ext cx="1688465" cy="368300"/>
          </a:xfrm>
          <a:prstGeom prst="rect">
            <a:avLst/>
          </a:prstGeom>
          <a:noFill/>
        </p:spPr>
        <p:txBody>
          <a:bodyPr wrap="square" rtlCol="0" anchor="t">
            <a:spAutoFit/>
          </a:bodyPr>
          <a:lstStyle/>
          <a:p>
            <a:r>
              <a:rPr lang="en-US" altLang="zh-CN"/>
              <a:t>Clef ASE’ </a:t>
            </a:r>
            <a:r>
              <a:rPr lang="zh-CN" altLang="en-US"/>
              <a:t>2</a:t>
            </a:r>
            <a:r>
              <a:rPr lang="en-US" altLang="zh-CN"/>
              <a:t>2</a:t>
            </a:r>
            <a:endParaRPr lang="en-US" altLang="zh-CN"/>
          </a:p>
        </p:txBody>
      </p:sp>
      <p:pic>
        <p:nvPicPr>
          <p:cNvPr id="3" name="图片 2"/>
          <p:cNvPicPr>
            <a:picLocks noChangeAspect="1"/>
          </p:cNvPicPr>
          <p:nvPr/>
        </p:nvPicPr>
        <p:blipFill>
          <a:blip r:embed="rId7"/>
          <a:stretch>
            <a:fillRect/>
          </a:stretch>
        </p:blipFill>
        <p:spPr>
          <a:xfrm>
            <a:off x="6816725" y="4559935"/>
            <a:ext cx="4163060" cy="1604010"/>
          </a:xfrm>
          <a:prstGeom prst="rect">
            <a:avLst/>
          </a:prstGeom>
        </p:spPr>
      </p:pic>
      <p:sp>
        <p:nvSpPr>
          <p:cNvPr id="12" name="文本框 11"/>
          <p:cNvSpPr txBox="1"/>
          <p:nvPr/>
        </p:nvSpPr>
        <p:spPr>
          <a:xfrm>
            <a:off x="7804150" y="6287770"/>
            <a:ext cx="3306445" cy="368300"/>
          </a:xfrm>
          <a:prstGeom prst="rect">
            <a:avLst/>
          </a:prstGeom>
          <a:noFill/>
        </p:spPr>
        <p:txBody>
          <a:bodyPr wrap="square" rtlCol="0" anchor="t">
            <a:spAutoFit/>
          </a:bodyPr>
          <a:lstStyle/>
          <a:p>
            <a:r>
              <a:rPr lang="en-US" altLang="zh-CN" dirty="0" err="1"/>
              <a:t>NAssim</a:t>
            </a:r>
            <a:r>
              <a:rPr lang="en-US" altLang="zh-CN" dirty="0"/>
              <a:t> </a:t>
            </a:r>
            <a:r>
              <a:rPr lang="zh-CN" altLang="en-US" dirty="0"/>
              <a:t>SIGCOMM</a:t>
            </a:r>
            <a:r>
              <a:rPr lang="en-US" altLang="zh-CN" dirty="0"/>
              <a:t>’ </a:t>
            </a:r>
            <a:r>
              <a:rPr lang="zh-CN" altLang="en-US" dirty="0"/>
              <a:t>2</a:t>
            </a:r>
            <a:r>
              <a:rPr lang="en-US" altLang="zh-CN" dirty="0"/>
              <a:t>2</a:t>
            </a:r>
            <a:endParaRPr lang="en-US" altLang="zh-CN" dirty="0"/>
          </a:p>
        </p:txBody>
      </p:sp>
      <p:pic>
        <p:nvPicPr>
          <p:cNvPr id="16" name="图片 15"/>
          <p:cNvPicPr>
            <a:picLocks noChangeAspect="1"/>
          </p:cNvPicPr>
          <p:nvPr/>
        </p:nvPicPr>
        <p:blipFill>
          <a:blip r:embed="rId8"/>
          <a:stretch>
            <a:fillRect/>
          </a:stretch>
        </p:blipFill>
        <p:spPr>
          <a:xfrm>
            <a:off x="957580" y="4608830"/>
            <a:ext cx="4094480" cy="1506220"/>
          </a:xfrm>
          <a:prstGeom prst="rect">
            <a:avLst/>
          </a:prstGeom>
        </p:spPr>
      </p:pic>
      <p:sp>
        <p:nvSpPr>
          <p:cNvPr id="23" name="文本框 22"/>
          <p:cNvSpPr txBox="1"/>
          <p:nvPr/>
        </p:nvSpPr>
        <p:spPr>
          <a:xfrm>
            <a:off x="2035810" y="6287770"/>
            <a:ext cx="2947670" cy="368300"/>
          </a:xfrm>
          <a:prstGeom prst="rect">
            <a:avLst/>
          </a:prstGeom>
          <a:noFill/>
        </p:spPr>
        <p:txBody>
          <a:bodyPr wrap="square" rtlCol="0" anchor="t">
            <a:spAutoFit/>
          </a:bodyPr>
          <a:lstStyle/>
          <a:p>
            <a:r>
              <a:rPr lang="en-US" altLang="zh-CN"/>
              <a:t>SAGE </a:t>
            </a:r>
            <a:r>
              <a:rPr lang="zh-CN" altLang="en-US"/>
              <a:t>SIGCOMM</a:t>
            </a:r>
            <a:r>
              <a:rPr lang="en-US" altLang="zh-CN"/>
              <a:t>’ </a:t>
            </a:r>
            <a:r>
              <a:rPr lang="zh-CN" altLang="en-US"/>
              <a:t>21</a:t>
            </a:r>
            <a:endParaRPr lang="zh-CN" altLang="en-US"/>
          </a:p>
        </p:txBody>
      </p:sp>
      <p:sp>
        <p:nvSpPr>
          <p:cNvPr id="25" name="文本框 24"/>
          <p:cNvSpPr txBox="1"/>
          <p:nvPr/>
        </p:nvSpPr>
        <p:spPr>
          <a:xfrm>
            <a:off x="2273935" y="3677920"/>
            <a:ext cx="848360" cy="368300"/>
          </a:xfrm>
          <a:prstGeom prst="rect">
            <a:avLst/>
          </a:prstGeom>
          <a:noFill/>
        </p:spPr>
        <p:txBody>
          <a:bodyPr wrap="none" rtlCol="0">
            <a:spAutoFit/>
          </a:bodyPr>
          <a:lstStyle/>
          <a:p>
            <a:r>
              <a:rPr lang="en-US" altLang="zh-CN"/>
              <a:t>Copilot</a:t>
            </a:r>
            <a:endParaRPr lang="en-US" altLang="zh-CN"/>
          </a:p>
        </p:txBody>
      </p:sp>
      <p:pic>
        <p:nvPicPr>
          <p:cNvPr id="47" name="图片 46"/>
          <p:cNvPicPr>
            <a:picLocks noChangeAspect="1"/>
          </p:cNvPicPr>
          <p:nvPr/>
        </p:nvPicPr>
        <p:blipFill>
          <a:blip r:embed="rId9"/>
          <a:stretch>
            <a:fillRect/>
          </a:stretch>
        </p:blipFill>
        <p:spPr>
          <a:xfrm>
            <a:off x="805815" y="2676525"/>
            <a:ext cx="3752850" cy="638175"/>
          </a:xfrm>
          <a:prstGeom prst="rect">
            <a:avLst/>
          </a:prstGeom>
        </p:spPr>
      </p:pic>
      <p:pic>
        <p:nvPicPr>
          <p:cNvPr id="48" name="图片 47" descr="codegen_logo"/>
          <p:cNvPicPr>
            <a:picLocks noChangeAspect="1"/>
          </p:cNvPicPr>
          <p:nvPr/>
        </p:nvPicPr>
        <p:blipFill>
          <a:blip r:embed="rId10"/>
          <a:stretch>
            <a:fillRect/>
          </a:stretch>
        </p:blipFill>
        <p:spPr>
          <a:xfrm>
            <a:off x="5236210" y="2507615"/>
            <a:ext cx="1847215" cy="975995"/>
          </a:xfrm>
          <a:prstGeom prst="rect">
            <a:avLst/>
          </a:prstGeom>
        </p:spPr>
      </p:pic>
      <p:sp>
        <p:nvSpPr>
          <p:cNvPr id="49" name="文本框 48"/>
          <p:cNvSpPr txBox="1"/>
          <p:nvPr/>
        </p:nvSpPr>
        <p:spPr>
          <a:xfrm>
            <a:off x="5236210" y="3704590"/>
            <a:ext cx="2192020" cy="368300"/>
          </a:xfrm>
          <a:prstGeom prst="rect">
            <a:avLst/>
          </a:prstGeom>
          <a:noFill/>
        </p:spPr>
        <p:txBody>
          <a:bodyPr wrap="square" rtlCol="0" anchor="t">
            <a:spAutoFit/>
          </a:bodyPr>
          <a:lstStyle/>
          <a:p>
            <a:r>
              <a:rPr lang="en-US" altLang="zh-CN"/>
              <a:t>CodeGEN </a:t>
            </a:r>
            <a:r>
              <a:rPr lang="zh-CN" altLang="en-US"/>
              <a:t>ICLR</a:t>
            </a:r>
            <a:r>
              <a:rPr lang="en-US" altLang="zh-CN"/>
              <a:t>’ </a:t>
            </a:r>
            <a:r>
              <a:rPr lang="zh-CN" altLang="en-US"/>
              <a:t>23</a:t>
            </a:r>
            <a:endParaRPr lang="zh-CN" altLang="en-US"/>
          </a:p>
        </p:txBody>
      </p:sp>
      <p:pic>
        <p:nvPicPr>
          <p:cNvPr id="57" name="图片 56"/>
          <p:cNvPicPr>
            <a:picLocks noChangeAspect="1"/>
          </p:cNvPicPr>
          <p:nvPr/>
        </p:nvPicPr>
        <p:blipFill>
          <a:blip r:embed="rId9"/>
          <a:stretch>
            <a:fillRect/>
          </a:stretch>
        </p:blipFill>
        <p:spPr>
          <a:xfrm>
            <a:off x="821690" y="2757170"/>
            <a:ext cx="3752850" cy="6381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8"/>
                                        </p:tgtEl>
                                        <p:attrNameLst>
                                          <p:attrName>style.visibility</p:attrName>
                                        </p:attrNameLst>
                                      </p:cBhvr>
                                      <p:to>
                                        <p:strVal val="visible"/>
                                      </p:to>
                                    </p:set>
                                  </p:childTnLst>
                                </p:cTn>
                              </p:par>
                              <p:par>
                                <p:cTn id="23" presetID="1" presetClass="entr" presetSubtype="0" fill="hold" grpId="1" nodeType="withEffect">
                                  <p:stCondLst>
                                    <p:cond delay="0"/>
                                  </p:stCondLst>
                                  <p:childTnLst>
                                    <p:set>
                                      <p:cBhvr>
                                        <p:cTn id="24" dur="1" fill="hold">
                                          <p:stCondLst>
                                            <p:cond delay="0"/>
                                          </p:stCondLst>
                                        </p:cTn>
                                        <p:tgtEl>
                                          <p:spTgt spid="4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5" grpId="0"/>
      <p:bldP spid="22" grpId="0"/>
      <p:bldP spid="12" grpId="0"/>
      <p:bldP spid="23" grpId="0"/>
      <p:bldP spid="25" grpId="0"/>
      <p:bldP spid="49" grpId="0"/>
      <p:bldP spid="49"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7"/>
          <p:cNvSpPr/>
          <p:nvPr>
            <p:custDataLst>
              <p:tags r:id="rId1"/>
            </p:custDataLst>
          </p:nvPr>
        </p:nvSpPr>
        <p:spPr>
          <a:xfrm flipV="1">
            <a:off x="543235" y="922509"/>
            <a:ext cx="1140523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14098">
              <a:alpha val="9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a:solidFill>
                <a:srgbClr val="014098"/>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6" name="任意多边形 8"/>
          <p:cNvSpPr/>
          <p:nvPr>
            <p:custDataLst>
              <p:tags r:id="rId2"/>
            </p:custDataLst>
          </p:nvPr>
        </p:nvSpPr>
        <p:spPr>
          <a:xfrm>
            <a:off x="7297" y="616980"/>
            <a:ext cx="410536" cy="381886"/>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140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dirty="0">
              <a:solidFill>
                <a:srgbClr val="7EC234"/>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7" name="Title 1"/>
          <p:cNvSpPr txBox="1"/>
          <p:nvPr/>
        </p:nvSpPr>
        <p:spPr>
          <a:xfrm>
            <a:off x="621665" y="428625"/>
            <a:ext cx="6534150" cy="379730"/>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defRPr/>
            </a:pPr>
            <a:r>
              <a:rPr lang="en-US" altLang="zh-CN" sz="3600" b="1" dirty="0">
                <a:solidFill>
                  <a:srgbClr val="014098"/>
                </a:solidFill>
                <a:latin typeface="Calibri" panose="020F0502020204030204" charset="0"/>
                <a:ea typeface="Calibri" panose="020F0502020204030204" charset="0"/>
                <a:cs typeface="Calibri" panose="020F0502020204030204" charset="0"/>
                <a:sym typeface="+mn-ea"/>
              </a:rPr>
              <a:t>Feasibility</a:t>
            </a:r>
            <a:endParaRPr lang="zh-CN" altLang="en-US" sz="3600" b="1" dirty="0">
              <a:solidFill>
                <a:srgbClr val="014098"/>
              </a:solidFill>
              <a:latin typeface="Calibri" panose="020F0502020204030204" charset="0"/>
              <a:ea typeface="Calibri" panose="020F0502020204030204" charset="0"/>
              <a:cs typeface="Calibri" panose="020F0502020204030204" charset="0"/>
              <a:sym typeface="+mn-ea"/>
            </a:endParaRPr>
          </a:p>
        </p:txBody>
      </p:sp>
      <p:pic>
        <p:nvPicPr>
          <p:cNvPr id="9" name="Picture 10"/>
          <p:cNvPicPr>
            <a:picLocks noChangeAspect="1"/>
          </p:cNvPicPr>
          <p:nvPr>
            <p:custDataLst>
              <p:tags r:id="rId3"/>
            </p:custDataLst>
          </p:nvPr>
        </p:nvPicPr>
        <p:blipFill>
          <a:blip r:embed="rId4"/>
          <a:stretch>
            <a:fillRect/>
          </a:stretch>
        </p:blipFill>
        <p:spPr>
          <a:xfrm>
            <a:off x="9886209" y="118756"/>
            <a:ext cx="2062261" cy="803753"/>
          </a:xfrm>
          <a:prstGeom prst="rect">
            <a:avLst/>
          </a:prstGeom>
        </p:spPr>
      </p:pic>
      <p:sp>
        <p:nvSpPr>
          <p:cNvPr id="4" name="灯片编号占位符 3"/>
          <p:cNvSpPr>
            <a:spLocks noGrp="1"/>
          </p:cNvSpPr>
          <p:nvPr>
            <p:ph type="sldNum" sz="quarter" idx="12"/>
          </p:nvPr>
        </p:nvSpPr>
        <p:spPr/>
        <p:txBody>
          <a:bodyPr/>
          <a:lstStyle/>
          <a:p>
            <a:fld id="{1FC953C7-F893-4DE8-A097-4DD7E89E8219}" type="slidenum">
              <a:rPr lang="zh-CN" altLang="en-US" smtClean="0"/>
            </a:fld>
            <a:endParaRPr lang="zh-CN" altLang="en-US"/>
          </a:p>
        </p:txBody>
      </p:sp>
      <p:pic>
        <p:nvPicPr>
          <p:cNvPr id="34" name="图片 33" descr="对勾"/>
          <p:cNvPicPr>
            <a:picLocks noChangeAspect="1"/>
          </p:cNvPicPr>
          <p:nvPr/>
        </p:nvPicPr>
        <p:blipFill>
          <a:blip r:embed="rId5"/>
          <a:stretch>
            <a:fillRect/>
          </a:stretch>
        </p:blipFill>
        <p:spPr>
          <a:xfrm>
            <a:off x="621665" y="1431290"/>
            <a:ext cx="631190" cy="631190"/>
          </a:xfrm>
          <a:prstGeom prst="rect">
            <a:avLst/>
          </a:prstGeom>
        </p:spPr>
      </p:pic>
      <p:sp>
        <p:nvSpPr>
          <p:cNvPr id="8" name="文本框 7"/>
          <p:cNvSpPr txBox="1"/>
          <p:nvPr/>
        </p:nvSpPr>
        <p:spPr>
          <a:xfrm>
            <a:off x="1505585" y="1431290"/>
            <a:ext cx="3543300" cy="2676525"/>
          </a:xfrm>
          <a:prstGeom prst="rect">
            <a:avLst/>
          </a:prstGeom>
          <a:noFill/>
        </p:spPr>
        <p:txBody>
          <a:bodyPr wrap="square" rtlCol="0">
            <a:spAutoFit/>
          </a:bodyPr>
          <a:lstStyle/>
          <a:p>
            <a:pPr algn="l"/>
            <a:r>
              <a:rPr lang="en-US" altLang="zh-CN" sz="2800" dirty="0">
                <a:latin typeface="Calibri" panose="020F0502020204030204" charset="0"/>
                <a:ea typeface="微软雅黑" panose="020B0503020204020204" charset="-122"/>
                <a:cs typeface="Calibri" panose="020F0502020204030204" charset="0"/>
                <a:sym typeface="+mn-ea"/>
              </a:rPr>
              <a:t>Experiment equipment</a:t>
            </a:r>
            <a:endParaRPr lang="en-US" altLang="zh-CN" sz="2800" dirty="0">
              <a:latin typeface="Calibri" panose="020F0502020204030204" charset="0"/>
              <a:ea typeface="微软雅黑" panose="020B0503020204020204" charset="-122"/>
              <a:cs typeface="Calibri" panose="020F0502020204030204" charset="0"/>
              <a:sym typeface="+mn-ea"/>
            </a:endParaRPr>
          </a:p>
          <a:p>
            <a:pPr marL="914400" lvl="1" indent="-457200" algn="l">
              <a:buFont typeface="Wingdings" panose="05000000000000000000" charset="0"/>
              <a:buChar char="n"/>
              <a:defRPr/>
            </a:pPr>
            <a:endParaRPr lang="en-US" altLang="zh-CN" sz="2800" dirty="0">
              <a:latin typeface="Calibri" panose="020F0502020204030204" charset="0"/>
              <a:ea typeface="微软雅黑" panose="020B0503020204020204" charset="-122"/>
              <a:cs typeface="Calibri" panose="020F0502020204030204" charset="0"/>
              <a:sym typeface="+mn-ea"/>
            </a:endParaRPr>
          </a:p>
          <a:p>
            <a:pPr lvl="1" indent="0" algn="l">
              <a:buFont typeface="Wingdings" panose="05000000000000000000" charset="0"/>
              <a:buNone/>
              <a:defRPr/>
            </a:pPr>
            <a:r>
              <a:rPr lang="en-US" altLang="zh-CN" sz="2800" dirty="0">
                <a:latin typeface="Calibri" panose="020F0502020204030204" charset="0"/>
                <a:ea typeface="微软雅黑" panose="020B0503020204020204" charset="-122"/>
                <a:cs typeface="Calibri" panose="020F0502020204030204" charset="0"/>
                <a:sym typeface="+mn-ea"/>
              </a:rPr>
              <a:t>Software</a:t>
            </a:r>
            <a:endParaRPr lang="en-US" altLang="zh-CN" sz="2800" dirty="0">
              <a:latin typeface="Calibri" panose="020F0502020204030204" charset="0"/>
              <a:ea typeface="微软雅黑" panose="020B0503020204020204" charset="-122"/>
              <a:cs typeface="Calibri" panose="020F0502020204030204" charset="0"/>
              <a:sym typeface="+mn-ea"/>
            </a:endParaRPr>
          </a:p>
          <a:p>
            <a:pPr lvl="1" indent="0" algn="l">
              <a:buFont typeface="Wingdings" panose="05000000000000000000" charset="0"/>
              <a:buNone/>
              <a:defRPr/>
            </a:pPr>
            <a:endParaRPr lang="en-US" altLang="zh-CN" sz="2800" dirty="0">
              <a:latin typeface="Calibri" panose="020F0502020204030204" charset="0"/>
              <a:ea typeface="微软雅黑" panose="020B0503020204020204" charset="-122"/>
              <a:cs typeface="Calibri" panose="020F0502020204030204" charset="0"/>
              <a:sym typeface="+mn-ea"/>
            </a:endParaRPr>
          </a:p>
          <a:p>
            <a:pPr lvl="1" indent="0" algn="l">
              <a:buFont typeface="Wingdings" panose="05000000000000000000" charset="0"/>
              <a:buNone/>
              <a:defRPr/>
            </a:pPr>
            <a:r>
              <a:rPr lang="en-US" altLang="zh-CN" sz="2800" dirty="0">
                <a:latin typeface="Calibri" panose="020F0502020204030204" charset="0"/>
                <a:ea typeface="微软雅黑" panose="020B0503020204020204" charset="-122"/>
                <a:cs typeface="Calibri" panose="020F0502020204030204" charset="0"/>
                <a:sym typeface="+mn-ea"/>
              </a:rPr>
              <a:t>Hardware</a:t>
            </a:r>
            <a:endParaRPr lang="zh-CN" altLang="en-US" sz="2800"/>
          </a:p>
          <a:p>
            <a:endParaRPr lang="en-US" altLang="zh-CN" sz="2800" dirty="0">
              <a:latin typeface="Calibri" panose="020F0502020204030204" charset="0"/>
              <a:ea typeface="微软雅黑" panose="020B0503020204020204" charset="-122"/>
              <a:cs typeface="Calibri" panose="020F0502020204030204" charset="0"/>
              <a:sym typeface="+mn-ea"/>
            </a:endParaRPr>
          </a:p>
        </p:txBody>
      </p:sp>
      <p:pic>
        <p:nvPicPr>
          <p:cNvPr id="12" name="图片 11" descr="完成"/>
          <p:cNvPicPr>
            <a:picLocks noChangeAspect="1"/>
          </p:cNvPicPr>
          <p:nvPr/>
        </p:nvPicPr>
        <p:blipFill>
          <a:blip r:embed="rId6"/>
          <a:stretch>
            <a:fillRect/>
          </a:stretch>
        </p:blipFill>
        <p:spPr>
          <a:xfrm>
            <a:off x="1344930" y="2259965"/>
            <a:ext cx="574040" cy="574040"/>
          </a:xfrm>
          <a:prstGeom prst="rect">
            <a:avLst/>
          </a:prstGeom>
        </p:spPr>
      </p:pic>
      <p:pic>
        <p:nvPicPr>
          <p:cNvPr id="13" name="图片 12" descr="完成"/>
          <p:cNvPicPr>
            <a:picLocks noChangeAspect="1"/>
          </p:cNvPicPr>
          <p:nvPr/>
        </p:nvPicPr>
        <p:blipFill>
          <a:blip r:embed="rId6"/>
          <a:stretch>
            <a:fillRect/>
          </a:stretch>
        </p:blipFill>
        <p:spPr>
          <a:xfrm>
            <a:off x="1344930" y="3141980"/>
            <a:ext cx="574040" cy="57404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8963025" y="6356350"/>
            <a:ext cx="2743200" cy="365125"/>
          </a:xfrm>
        </p:spPr>
        <p:txBody>
          <a:bodyPr/>
          <a:lstStyle/>
          <a:p>
            <a:fld id="{1FC953C7-F893-4DE8-A097-4DD7E89E8219}" type="slidenum">
              <a:rPr lang="zh-CN" altLang="en-US" smtClean="0"/>
            </a:fld>
            <a:endParaRPr lang="zh-CN" altLang="en-US"/>
          </a:p>
        </p:txBody>
      </p:sp>
      <p:sp>
        <p:nvSpPr>
          <p:cNvPr id="5" name="任意多边形 7"/>
          <p:cNvSpPr/>
          <p:nvPr>
            <p:custDataLst>
              <p:tags r:id="rId1"/>
            </p:custDataLst>
          </p:nvPr>
        </p:nvSpPr>
        <p:spPr>
          <a:xfrm flipV="1">
            <a:off x="543235" y="922509"/>
            <a:ext cx="1140523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14098">
              <a:alpha val="9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a:solidFill>
                <a:srgbClr val="014098"/>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6" name="任意多边形 8"/>
          <p:cNvSpPr/>
          <p:nvPr>
            <p:custDataLst>
              <p:tags r:id="rId2"/>
            </p:custDataLst>
          </p:nvPr>
        </p:nvSpPr>
        <p:spPr>
          <a:xfrm>
            <a:off x="7297" y="616980"/>
            <a:ext cx="410536" cy="381886"/>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140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dirty="0">
              <a:solidFill>
                <a:srgbClr val="7EC234"/>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7" name="Title 1"/>
          <p:cNvSpPr txBox="1"/>
          <p:nvPr/>
        </p:nvSpPr>
        <p:spPr>
          <a:xfrm>
            <a:off x="621665" y="428625"/>
            <a:ext cx="10414635" cy="379730"/>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defRPr/>
            </a:pPr>
            <a:r>
              <a:rPr lang="en-US" altLang="zh-CN" sz="3600" b="1" dirty="0">
                <a:solidFill>
                  <a:srgbClr val="014098"/>
                </a:solidFill>
                <a:latin typeface="Calibri" panose="020F0502020204030204" charset="0"/>
                <a:ea typeface="Calibri" panose="020F0502020204030204" charset="0"/>
                <a:cs typeface="Calibri" panose="020F0502020204030204" charset="0"/>
                <a:sym typeface="+mn-ea"/>
              </a:rPr>
              <a:t>Contents</a:t>
            </a:r>
            <a:endParaRPr lang="en-US" altLang="zh-CN" sz="3600" b="1" dirty="0">
              <a:solidFill>
                <a:srgbClr val="014098"/>
              </a:solidFill>
              <a:latin typeface="Calibri" panose="020F0502020204030204" charset="0"/>
              <a:ea typeface="Calibri" panose="020F0502020204030204" charset="0"/>
              <a:cs typeface="Calibri" panose="020F0502020204030204" charset="0"/>
              <a:sym typeface="+mn-ea"/>
            </a:endParaRPr>
          </a:p>
        </p:txBody>
      </p:sp>
      <p:pic>
        <p:nvPicPr>
          <p:cNvPr id="9" name="Picture 10"/>
          <p:cNvPicPr>
            <a:picLocks noChangeAspect="1"/>
          </p:cNvPicPr>
          <p:nvPr>
            <p:custDataLst>
              <p:tags r:id="rId3"/>
            </p:custDataLst>
          </p:nvPr>
        </p:nvPicPr>
        <p:blipFill>
          <a:blip r:embed="rId4"/>
          <a:stretch>
            <a:fillRect/>
          </a:stretch>
        </p:blipFill>
        <p:spPr>
          <a:xfrm>
            <a:off x="9886209" y="118756"/>
            <a:ext cx="2062261" cy="803753"/>
          </a:xfrm>
          <a:prstGeom prst="rect">
            <a:avLst/>
          </a:prstGeom>
        </p:spPr>
      </p:pic>
      <p:sp>
        <p:nvSpPr>
          <p:cNvPr id="3" name="文本框 2"/>
          <p:cNvSpPr txBox="1"/>
          <p:nvPr/>
        </p:nvSpPr>
        <p:spPr>
          <a:xfrm>
            <a:off x="1279525" y="1507490"/>
            <a:ext cx="3665855" cy="4030980"/>
          </a:xfrm>
          <a:prstGeom prst="rect">
            <a:avLst/>
          </a:prstGeom>
          <a:noFill/>
        </p:spPr>
        <p:txBody>
          <a:bodyPr wrap="square" rtlCol="0">
            <a:spAutoFit/>
          </a:bodyPr>
          <a:lstStyle/>
          <a:p>
            <a:pPr marL="457200" indent="-457200" algn="l">
              <a:buFont typeface="Wingdings" panose="05000000000000000000" charset="0"/>
              <a:buChar char="Ø"/>
            </a:pPr>
            <a:r>
              <a:rPr lang="en-US" altLang="zh-CN" sz="3200"/>
              <a:t>Background   			</a:t>
            </a:r>
            <a:endParaRPr lang="en-US" altLang="zh-CN" sz="3200"/>
          </a:p>
          <a:p>
            <a:pPr marL="457200" indent="-457200" algn="l">
              <a:buFont typeface="Wingdings" panose="05000000000000000000" charset="0"/>
              <a:buChar char="Ø"/>
            </a:pPr>
            <a:r>
              <a:rPr lang="en-US" altLang="zh-CN" sz="3200"/>
              <a:t>Goal					</a:t>
            </a:r>
            <a:endParaRPr lang="en-US" altLang="zh-CN" sz="3200"/>
          </a:p>
          <a:p>
            <a:pPr marL="457200" indent="-457200" algn="l">
              <a:buFont typeface="Wingdings" panose="05000000000000000000" charset="0"/>
              <a:buChar char="Ø"/>
            </a:pPr>
            <a:r>
              <a:rPr lang="en-US" sz="3200" dirty="0">
                <a:latin typeface="Calibri" panose="020F0502020204030204" charset="0"/>
                <a:cs typeface="Calibri" panose="020F0502020204030204" charset="0"/>
                <a:sym typeface="+mn-ea"/>
              </a:rPr>
              <a:t>Schedule 					</a:t>
            </a:r>
            <a:endParaRPr lang="en-US" sz="3200" dirty="0">
              <a:latin typeface="Calibri" panose="020F0502020204030204" charset="0"/>
              <a:cs typeface="Calibri" panose="020F0502020204030204" charset="0"/>
              <a:sym typeface="+mn-ea"/>
            </a:endParaRPr>
          </a:p>
          <a:p>
            <a:pPr algn="l"/>
            <a:endParaRPr lang="en-US" altLang="zh-CN" sz="3200"/>
          </a:p>
        </p:txBody>
      </p:sp>
      <p:sp>
        <p:nvSpPr>
          <p:cNvPr id="122" name="文本框 121"/>
          <p:cNvSpPr txBox="1"/>
          <p:nvPr/>
        </p:nvSpPr>
        <p:spPr>
          <a:xfrm>
            <a:off x="6843395" y="1507490"/>
            <a:ext cx="2740025" cy="3107690"/>
          </a:xfrm>
          <a:prstGeom prst="rect">
            <a:avLst/>
          </a:prstGeom>
          <a:noFill/>
        </p:spPr>
        <p:txBody>
          <a:bodyPr wrap="none" rtlCol="0" anchor="t">
            <a:spAutoFit/>
          </a:bodyPr>
          <a:lstStyle/>
          <a:p>
            <a:pPr marL="457200" indent="-457200" algn="l">
              <a:buClrTx/>
              <a:buSzTx/>
              <a:buFont typeface="Wingdings" panose="05000000000000000000" charset="0"/>
              <a:buChar char="Ø"/>
            </a:pPr>
            <a:r>
              <a:rPr lang="en-US" altLang="zh-CN" sz="3200">
                <a:sym typeface="+mn-ea"/>
              </a:rPr>
              <a:t>Motivation</a:t>
            </a:r>
            <a:endParaRPr lang="en-US" altLang="zh-CN" sz="3200">
              <a:sym typeface="+mn-ea"/>
            </a:endParaRPr>
          </a:p>
          <a:p>
            <a:pPr marL="457200" indent="-457200" algn="l">
              <a:buClrTx/>
              <a:buSzTx/>
              <a:buFont typeface="Wingdings" panose="05000000000000000000" charset="0"/>
              <a:buChar char="Ø"/>
            </a:pPr>
            <a:endParaRPr lang="en-US" altLang="zh-CN" sz="3200">
              <a:sym typeface="+mn-ea"/>
            </a:endParaRPr>
          </a:p>
          <a:p>
            <a:pPr marL="457200" indent="-457200" algn="l">
              <a:buClrTx/>
              <a:buSzTx/>
              <a:buFont typeface="Wingdings" panose="05000000000000000000" charset="0"/>
              <a:buChar char="Ø"/>
            </a:pPr>
            <a:r>
              <a:rPr lang="en-US" altLang="zh-CN" sz="3200">
                <a:sym typeface="+mn-ea"/>
              </a:rPr>
              <a:t>Feasibility</a:t>
            </a:r>
            <a:endParaRPr lang="en-US" altLang="zh-CN" sz="3200">
              <a:sym typeface="+mn-ea"/>
            </a:endParaRPr>
          </a:p>
          <a:p>
            <a:pPr marL="457200" indent="-457200" algn="l">
              <a:buClrTx/>
              <a:buSzTx/>
              <a:buFont typeface="Wingdings" panose="05000000000000000000" charset="0"/>
              <a:buChar char="Ø"/>
            </a:pPr>
            <a:endParaRPr lang="en-US" altLang="zh-CN" sz="3200">
              <a:sym typeface="+mn-ea"/>
            </a:endParaRPr>
          </a:p>
          <a:p>
            <a:pPr marL="457200" indent="-457200" algn="l">
              <a:buClrTx/>
              <a:buSzTx/>
              <a:buFont typeface="Wingdings" panose="05000000000000000000" charset="0"/>
              <a:buChar char="Ø"/>
            </a:pPr>
            <a:r>
              <a:rPr lang="en-US" altLang="zh-CN" sz="3200">
                <a:sym typeface="+mn-ea"/>
              </a:rPr>
              <a:t>Expectations</a:t>
            </a:r>
            <a:endParaRPr lang="en-US" altLang="zh-CN" sz="3200">
              <a:sym typeface="+mn-ea"/>
            </a:endParaRPr>
          </a:p>
          <a:p>
            <a:pPr marL="457200" indent="-457200" algn="l">
              <a:buFont typeface="Wingdings" panose="05000000000000000000" charset="0"/>
              <a:buChar char="Ø"/>
            </a:pPr>
            <a:endParaRPr lang="en-US" dirty="0">
              <a:latin typeface="Calibri" panose="020F0502020204030204" charset="0"/>
              <a:cs typeface="Calibri" panose="020F0502020204030204" charset="0"/>
              <a:sym typeface="+mn-ea"/>
            </a:endParaRPr>
          </a:p>
          <a:p>
            <a:pPr marL="457200" indent="-457200" algn="l">
              <a:buFont typeface="Wingdings" panose="05000000000000000000" charset="0"/>
              <a:buChar char="Ø"/>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2" end="2"/>
                                            </p:txEl>
                                          </p:spTgt>
                                        </p:tgtEl>
                                        <p:attrNameLst>
                                          <p:attrName>style.color</p:attrName>
                                        </p:attrNameLst>
                                      </p:cBhvr>
                                      <p:to>
                                        <p:clrVal>
                                          <a:schemeClr val="accent2"/>
                                        </p:clrVal>
                                      </p:to>
                                    </p:set>
                                    <p:set>
                                      <p:cBhvr>
                                        <p:cTn id="7" dur="500" fill="hold"/>
                                        <p:tgtEl>
                                          <p:spTgt spid="3">
                                            <p:txEl>
                                              <p:pRg st="2" end="2"/>
                                            </p:txEl>
                                          </p:spTgt>
                                        </p:tgtEl>
                                        <p:attrNameLst>
                                          <p:attrName>fillcolor</p:attrName>
                                        </p:attrNameLst>
                                      </p:cBhvr>
                                      <p:to>
                                        <p:clrVal>
                                          <a:schemeClr val="accent2"/>
                                        </p:clrVal>
                                      </p:to>
                                    </p:set>
                                    <p:set>
                                      <p:cBhvr>
                                        <p:cTn id="8" dur="500" fill="hold"/>
                                        <p:tgtEl>
                                          <p:spTgt spid="3">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1FC953C7-F893-4DE8-A097-4DD7E89E8219}" type="slidenum">
              <a:rPr lang="zh-CN" altLang="en-US" smtClean="0"/>
            </a:fld>
            <a:endParaRPr lang="zh-CN" altLang="en-US"/>
          </a:p>
        </p:txBody>
      </p:sp>
      <p:sp>
        <p:nvSpPr>
          <p:cNvPr id="5" name="任意多边形 7"/>
          <p:cNvSpPr/>
          <p:nvPr>
            <p:custDataLst>
              <p:tags r:id="rId1"/>
            </p:custDataLst>
          </p:nvPr>
        </p:nvSpPr>
        <p:spPr>
          <a:xfrm flipV="1">
            <a:off x="543235" y="922509"/>
            <a:ext cx="1140523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14098">
              <a:alpha val="9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a:solidFill>
                <a:srgbClr val="014098"/>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6" name="任意多边形 8"/>
          <p:cNvSpPr/>
          <p:nvPr>
            <p:custDataLst>
              <p:tags r:id="rId2"/>
            </p:custDataLst>
          </p:nvPr>
        </p:nvSpPr>
        <p:spPr>
          <a:xfrm>
            <a:off x="7297" y="616980"/>
            <a:ext cx="410536" cy="381886"/>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140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dirty="0">
              <a:solidFill>
                <a:srgbClr val="7EC234"/>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7" name="Title 1"/>
          <p:cNvSpPr txBox="1"/>
          <p:nvPr/>
        </p:nvSpPr>
        <p:spPr>
          <a:xfrm>
            <a:off x="621968" y="428446"/>
            <a:ext cx="7116679"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defRPr/>
            </a:pPr>
            <a:r>
              <a:rPr lang="en-US" sz="3600" b="1" dirty="0">
                <a:solidFill>
                  <a:srgbClr val="014098"/>
                </a:solidFill>
                <a:latin typeface="Calibri" panose="020F0502020204030204" charset="0"/>
                <a:ea typeface="Calibri" panose="020F0502020204030204" charset="0"/>
                <a:cs typeface="Calibri" panose="020F0502020204030204" charset="0"/>
                <a:sym typeface="+mn-ea"/>
              </a:rPr>
              <a:t>Schedule</a:t>
            </a:r>
            <a:endParaRPr lang="en-US" sz="3600" b="1" dirty="0">
              <a:solidFill>
                <a:srgbClr val="014098"/>
              </a:solidFill>
              <a:latin typeface="Calibri" panose="020F0502020204030204" charset="0"/>
              <a:ea typeface="Calibri" panose="020F0502020204030204" charset="0"/>
              <a:cs typeface="Calibri" panose="020F0502020204030204" charset="0"/>
              <a:sym typeface="+mn-ea"/>
            </a:endParaRPr>
          </a:p>
        </p:txBody>
      </p:sp>
      <p:pic>
        <p:nvPicPr>
          <p:cNvPr id="9" name="Picture 10"/>
          <p:cNvPicPr>
            <a:picLocks noChangeAspect="1"/>
          </p:cNvPicPr>
          <p:nvPr/>
        </p:nvPicPr>
        <p:blipFill>
          <a:blip r:embed="rId3"/>
          <a:stretch>
            <a:fillRect/>
          </a:stretch>
        </p:blipFill>
        <p:spPr>
          <a:xfrm>
            <a:off x="9886209" y="118756"/>
            <a:ext cx="2062261" cy="803753"/>
          </a:xfrm>
          <a:prstGeom prst="rect">
            <a:avLst/>
          </a:prstGeom>
        </p:spPr>
      </p:pic>
      <p:sp>
        <p:nvSpPr>
          <p:cNvPr id="66" name="内容占位符 2"/>
          <p:cNvSpPr>
            <a:spLocks noGrp="1"/>
          </p:cNvSpPr>
          <p:nvPr/>
        </p:nvSpPr>
        <p:spPr>
          <a:xfrm>
            <a:off x="621664" y="1211048"/>
            <a:ext cx="10637828" cy="47423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CN" dirty="0"/>
              <a:t>2022.9-2023.6 Background knowledge collection and understanding</a:t>
            </a:r>
            <a:endParaRPr lang="zh-CN" altLang="en-US" dirty="0"/>
          </a:p>
          <a:p>
            <a:pPr marL="0" indent="0">
              <a:lnSpc>
                <a:spcPct val="150000"/>
              </a:lnSpc>
              <a:buNone/>
            </a:pPr>
            <a:r>
              <a:rPr lang="en-US" altLang="zh-CN" dirty="0"/>
              <a:t>2023.6-2023.9 Key knowledge and theory learning</a:t>
            </a:r>
            <a:endParaRPr lang="zh-CN" altLang="en-US" dirty="0"/>
          </a:p>
          <a:p>
            <a:pPr marL="0" indent="0">
              <a:lnSpc>
                <a:spcPct val="150000"/>
              </a:lnSpc>
              <a:buNone/>
            </a:pPr>
            <a:r>
              <a:rPr lang="en-US" altLang="zh-CN" dirty="0"/>
              <a:t>2023.9-2024.3 Finish the prototype</a:t>
            </a:r>
            <a:endParaRPr lang="zh-CN" altLang="en-US" dirty="0"/>
          </a:p>
          <a:p>
            <a:pPr marL="0" indent="0">
              <a:lnSpc>
                <a:spcPct val="150000"/>
              </a:lnSpc>
              <a:buNone/>
            </a:pPr>
            <a:r>
              <a:rPr lang="en-US" altLang="zh-CN" dirty="0"/>
              <a:t>2024.3-2024.8 Test and improvement</a:t>
            </a:r>
            <a:endParaRPr lang="zh-CN" altLang="en-US" dirty="0"/>
          </a:p>
          <a:p>
            <a:pPr marL="0" indent="0">
              <a:lnSpc>
                <a:spcPct val="150000"/>
              </a:lnSpc>
              <a:buNone/>
            </a:pPr>
            <a:r>
              <a:rPr lang="en-US" altLang="zh-CN" dirty="0"/>
              <a:t>2024.8-2025.3 Paper writing and materials preparation</a:t>
            </a:r>
            <a:endParaRPr lang="zh-CN" altLang="en-US" dirty="0"/>
          </a:p>
          <a:p>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1FC953C7-F893-4DE8-A097-4DD7E89E8219}" type="slidenum">
              <a:rPr lang="zh-CN" altLang="en-US" smtClean="0"/>
            </a:fld>
            <a:endParaRPr lang="zh-CN" altLang="en-US"/>
          </a:p>
        </p:txBody>
      </p:sp>
      <p:sp>
        <p:nvSpPr>
          <p:cNvPr id="5" name="任意多边形 7"/>
          <p:cNvSpPr/>
          <p:nvPr>
            <p:custDataLst>
              <p:tags r:id="rId1"/>
            </p:custDataLst>
          </p:nvPr>
        </p:nvSpPr>
        <p:spPr>
          <a:xfrm flipV="1">
            <a:off x="543235" y="922509"/>
            <a:ext cx="1140523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14098">
              <a:alpha val="9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a:solidFill>
                <a:srgbClr val="014098"/>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6" name="任意多边形 8"/>
          <p:cNvSpPr/>
          <p:nvPr>
            <p:custDataLst>
              <p:tags r:id="rId2"/>
            </p:custDataLst>
          </p:nvPr>
        </p:nvSpPr>
        <p:spPr>
          <a:xfrm>
            <a:off x="7297" y="616980"/>
            <a:ext cx="410536" cy="381886"/>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140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dirty="0">
              <a:solidFill>
                <a:srgbClr val="7EC234"/>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7" name="Title 1"/>
          <p:cNvSpPr txBox="1"/>
          <p:nvPr/>
        </p:nvSpPr>
        <p:spPr>
          <a:xfrm>
            <a:off x="621968" y="428446"/>
            <a:ext cx="7116679"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defRPr/>
            </a:pPr>
            <a:r>
              <a:rPr lang="en-US" sz="3600" b="1" dirty="0">
                <a:solidFill>
                  <a:srgbClr val="014098"/>
                </a:solidFill>
                <a:latin typeface="Calibri" panose="020F0502020204030204" charset="0"/>
                <a:ea typeface="Calibri" panose="020F0502020204030204" charset="0"/>
                <a:cs typeface="Calibri" panose="020F0502020204030204" charset="0"/>
                <a:sym typeface="+mn-ea"/>
              </a:rPr>
              <a:t>Present Achievement</a:t>
            </a:r>
            <a:endParaRPr lang="en-US" sz="3600" b="1" dirty="0">
              <a:solidFill>
                <a:srgbClr val="014098"/>
              </a:solidFill>
              <a:latin typeface="Calibri" panose="020F0502020204030204" charset="0"/>
              <a:ea typeface="Calibri" panose="020F0502020204030204" charset="0"/>
              <a:cs typeface="Calibri" panose="020F0502020204030204" charset="0"/>
              <a:sym typeface="+mn-ea"/>
            </a:endParaRPr>
          </a:p>
        </p:txBody>
      </p:sp>
      <p:pic>
        <p:nvPicPr>
          <p:cNvPr id="9" name="Picture 10"/>
          <p:cNvPicPr>
            <a:picLocks noChangeAspect="1"/>
          </p:cNvPicPr>
          <p:nvPr/>
        </p:nvPicPr>
        <p:blipFill>
          <a:blip r:embed="rId3"/>
          <a:stretch>
            <a:fillRect/>
          </a:stretch>
        </p:blipFill>
        <p:spPr>
          <a:xfrm>
            <a:off x="9886209" y="118756"/>
            <a:ext cx="2062261" cy="803753"/>
          </a:xfrm>
          <a:prstGeom prst="rect">
            <a:avLst/>
          </a:prstGeom>
        </p:spPr>
      </p:pic>
      <p:sp>
        <p:nvSpPr>
          <p:cNvPr id="48" name="Rectangle 63"/>
          <p:cNvSpPr/>
          <p:nvPr/>
        </p:nvSpPr>
        <p:spPr>
          <a:xfrm>
            <a:off x="473746" y="1171639"/>
            <a:ext cx="3166110" cy="521970"/>
          </a:xfrm>
          <a:prstGeom prst="rect">
            <a:avLst/>
          </a:prstGeom>
        </p:spPr>
        <p:txBody>
          <a:bodyPr wrap="square">
            <a:spAutoFit/>
          </a:bodyPr>
          <a:lstStyle/>
          <a:p>
            <a:pPr marL="342900" indent="-342900">
              <a:buFont typeface="Wingdings" panose="05000000000000000000" pitchFamily="2" charset="2"/>
              <a:buChar char="n"/>
            </a:pPr>
            <a:r>
              <a:rPr lang="en-US" altLang="zh-CN" sz="2800" dirty="0">
                <a:latin typeface="Calibri" panose="020F0502020204030204" charset="0"/>
                <a:ea typeface="微软雅黑" panose="020B0503020204020204" charset="-122"/>
                <a:cs typeface="Calibri" panose="020F0502020204030204" charset="0"/>
                <a:sym typeface="+mn-ea"/>
              </a:rPr>
              <a:t>Papers</a:t>
            </a:r>
            <a:endParaRPr lang="en-US" altLang="zh-CN" sz="2800" dirty="0">
              <a:latin typeface="Calibri" panose="020F0502020204030204" charset="0"/>
              <a:ea typeface="微软雅黑" panose="020B0503020204020204" charset="-122"/>
              <a:cs typeface="Calibri" panose="020F0502020204030204" charset="0"/>
              <a:sym typeface="+mn-ea"/>
            </a:endParaRPr>
          </a:p>
        </p:txBody>
      </p:sp>
      <p:sp>
        <p:nvSpPr>
          <p:cNvPr id="2" name="文本框 1"/>
          <p:cNvSpPr txBox="1"/>
          <p:nvPr/>
        </p:nvSpPr>
        <p:spPr>
          <a:xfrm>
            <a:off x="845820" y="1750060"/>
            <a:ext cx="11102340" cy="2676525"/>
          </a:xfrm>
          <a:prstGeom prst="rect">
            <a:avLst/>
          </a:prstGeom>
          <a:noFill/>
        </p:spPr>
        <p:txBody>
          <a:bodyPr wrap="square" rtlCol="0">
            <a:spAutoFit/>
          </a:bodyPr>
          <a:lstStyle/>
          <a:p>
            <a:pPr>
              <a:lnSpc>
                <a:spcPct val="150000"/>
              </a:lnSpc>
            </a:pPr>
            <a:r>
              <a:rPr lang="en-US" altLang="zh-CN" sz="2400" kern="0" dirty="0">
                <a:cs typeface="+mn-ea"/>
                <a:sym typeface="+mn-lt"/>
              </a:rPr>
              <a:t>Toward a Unified Framework for Verifying and Interpreting Learning-Based Networking Systems ( Second author, IWQoS’23 Accepted)</a:t>
            </a:r>
            <a:endParaRPr lang="en-US" altLang="zh-CN" sz="2400" kern="0" dirty="0">
              <a:cs typeface="+mn-ea"/>
              <a:sym typeface="+mn-lt"/>
            </a:endParaRPr>
          </a:p>
          <a:p>
            <a:pPr>
              <a:lnSpc>
                <a:spcPct val="150000"/>
              </a:lnSpc>
            </a:pPr>
            <a:r>
              <a:rPr lang="en-US" altLang="zh-CN" sz="2400" kern="0" dirty="0">
                <a:cs typeface="+mn-ea"/>
                <a:sym typeface="+mn-lt"/>
              </a:rPr>
              <a:t>Toward Reproducing Network Research Results Using Large Language Models ( Second author, Hotnets’23 Submitted)</a:t>
            </a:r>
            <a:endParaRPr lang="en-US" altLang="zh-CN" sz="2400" kern="0" dirty="0">
              <a:cs typeface="+mn-ea"/>
              <a:sym typeface="+mn-lt"/>
            </a:endParaRPr>
          </a:p>
          <a:p>
            <a:endParaRPr lang="en-US" altLang="zh-CN" sz="2400" kern="0" dirty="0">
              <a:cs typeface="+mn-ea"/>
              <a:sym typeface="+mn-lt"/>
            </a:endParaRPr>
          </a:p>
        </p:txBody>
      </p:sp>
      <p:sp>
        <p:nvSpPr>
          <p:cNvPr id="3" name="Rectangle 63"/>
          <p:cNvSpPr/>
          <p:nvPr/>
        </p:nvSpPr>
        <p:spPr>
          <a:xfrm>
            <a:off x="542961" y="4199954"/>
            <a:ext cx="3166110" cy="521970"/>
          </a:xfrm>
          <a:prstGeom prst="rect">
            <a:avLst/>
          </a:prstGeom>
        </p:spPr>
        <p:txBody>
          <a:bodyPr wrap="square">
            <a:spAutoFit/>
          </a:bodyPr>
          <a:lstStyle/>
          <a:p>
            <a:pPr marL="342900" indent="-342900">
              <a:buFont typeface="Wingdings" panose="05000000000000000000" pitchFamily="2" charset="2"/>
              <a:buChar char="n"/>
            </a:pPr>
            <a:r>
              <a:rPr lang="en-US" altLang="zh-CN" sz="2800" dirty="0">
                <a:latin typeface="Calibri" panose="020F0502020204030204" charset="0"/>
                <a:ea typeface="微软雅黑" panose="020B0503020204020204" charset="-122"/>
                <a:cs typeface="Calibri" panose="020F0502020204030204" charset="0"/>
                <a:sym typeface="+mn-ea"/>
              </a:rPr>
              <a:t>Patents</a:t>
            </a:r>
            <a:endParaRPr lang="en-US" altLang="zh-CN" sz="2800" dirty="0">
              <a:latin typeface="Calibri" panose="020F0502020204030204" charset="0"/>
              <a:ea typeface="微软雅黑" panose="020B0503020204020204" charset="-122"/>
              <a:cs typeface="Calibri" panose="020F0502020204030204" charset="0"/>
              <a:sym typeface="+mn-ea"/>
            </a:endParaRPr>
          </a:p>
        </p:txBody>
      </p:sp>
      <p:sp>
        <p:nvSpPr>
          <p:cNvPr id="8" name="文本框 7"/>
          <p:cNvSpPr txBox="1"/>
          <p:nvPr/>
        </p:nvSpPr>
        <p:spPr>
          <a:xfrm>
            <a:off x="845820" y="4810125"/>
            <a:ext cx="10073005" cy="460375"/>
          </a:xfrm>
          <a:prstGeom prst="rect">
            <a:avLst/>
          </a:prstGeom>
          <a:noFill/>
        </p:spPr>
        <p:txBody>
          <a:bodyPr wrap="square" rtlCol="0">
            <a:spAutoFit/>
          </a:bodyPr>
          <a:lstStyle/>
          <a:p>
            <a:r>
              <a:rPr lang="zh-CN" altLang="en-US" sz="2400" kern="0" dirty="0">
                <a:ea typeface="宋体" panose="02010600030101010101" pitchFamily="2" charset="-122"/>
                <a:cs typeface="+mn-ea"/>
                <a:sym typeface="+mn-lt"/>
              </a:rPr>
              <a:t>针对网络任务应答信息的优化方法及系统</a:t>
            </a:r>
            <a:r>
              <a:rPr lang="en-US" altLang="zh-CN" sz="2400" kern="0" dirty="0">
                <a:ea typeface="宋体" panose="02010600030101010101" pitchFamily="2" charset="-122"/>
                <a:cs typeface="+mn-ea"/>
                <a:sym typeface="+mn-lt"/>
              </a:rPr>
              <a:t> (Submitted)</a:t>
            </a:r>
            <a:endParaRPr lang="en-US" altLang="zh-CN" sz="2400" kern="0" dirty="0">
              <a:ea typeface="宋体" panose="02010600030101010101" pitchFamily="2" charset="-122"/>
              <a:cs typeface="+mn-ea"/>
              <a:sym typeface="+mn-l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8963025" y="6356350"/>
            <a:ext cx="2743200" cy="365125"/>
          </a:xfrm>
        </p:spPr>
        <p:txBody>
          <a:bodyPr/>
          <a:lstStyle/>
          <a:p>
            <a:fld id="{1FC953C7-F893-4DE8-A097-4DD7E89E8219}" type="slidenum">
              <a:rPr lang="zh-CN" altLang="en-US" smtClean="0"/>
            </a:fld>
            <a:endParaRPr lang="zh-CN" altLang="en-US"/>
          </a:p>
        </p:txBody>
      </p:sp>
      <p:sp>
        <p:nvSpPr>
          <p:cNvPr id="5" name="任意多边形 7"/>
          <p:cNvSpPr/>
          <p:nvPr>
            <p:custDataLst>
              <p:tags r:id="rId1"/>
            </p:custDataLst>
          </p:nvPr>
        </p:nvSpPr>
        <p:spPr>
          <a:xfrm flipV="1">
            <a:off x="543235" y="922509"/>
            <a:ext cx="1140523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14098">
              <a:alpha val="9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a:solidFill>
                <a:srgbClr val="014098"/>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6" name="任意多边形 8"/>
          <p:cNvSpPr/>
          <p:nvPr>
            <p:custDataLst>
              <p:tags r:id="rId2"/>
            </p:custDataLst>
          </p:nvPr>
        </p:nvSpPr>
        <p:spPr>
          <a:xfrm>
            <a:off x="7297" y="616980"/>
            <a:ext cx="410536" cy="381886"/>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140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dirty="0">
              <a:solidFill>
                <a:srgbClr val="7EC234"/>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7" name="Title 1"/>
          <p:cNvSpPr txBox="1"/>
          <p:nvPr/>
        </p:nvSpPr>
        <p:spPr>
          <a:xfrm>
            <a:off x="621665" y="428625"/>
            <a:ext cx="10414635" cy="379730"/>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defRPr/>
            </a:pPr>
            <a:r>
              <a:rPr lang="en-US" altLang="zh-CN" sz="3600" b="1" dirty="0">
                <a:solidFill>
                  <a:srgbClr val="014098"/>
                </a:solidFill>
                <a:latin typeface="Calibri" panose="020F0502020204030204" charset="0"/>
                <a:ea typeface="Calibri" panose="020F0502020204030204" charset="0"/>
                <a:cs typeface="Calibri" panose="020F0502020204030204" charset="0"/>
                <a:sym typeface="+mn-ea"/>
              </a:rPr>
              <a:t>Contents</a:t>
            </a:r>
            <a:endParaRPr lang="en-US" altLang="zh-CN" sz="3600" b="1" dirty="0">
              <a:solidFill>
                <a:srgbClr val="014098"/>
              </a:solidFill>
              <a:latin typeface="Calibri" panose="020F0502020204030204" charset="0"/>
              <a:ea typeface="Calibri" panose="020F0502020204030204" charset="0"/>
              <a:cs typeface="Calibri" panose="020F0502020204030204" charset="0"/>
              <a:sym typeface="+mn-ea"/>
            </a:endParaRPr>
          </a:p>
        </p:txBody>
      </p:sp>
      <p:pic>
        <p:nvPicPr>
          <p:cNvPr id="9" name="Picture 10"/>
          <p:cNvPicPr>
            <a:picLocks noChangeAspect="1"/>
          </p:cNvPicPr>
          <p:nvPr>
            <p:custDataLst>
              <p:tags r:id="rId3"/>
            </p:custDataLst>
          </p:nvPr>
        </p:nvPicPr>
        <p:blipFill>
          <a:blip r:embed="rId4"/>
          <a:stretch>
            <a:fillRect/>
          </a:stretch>
        </p:blipFill>
        <p:spPr>
          <a:xfrm>
            <a:off x="9886209" y="118756"/>
            <a:ext cx="2062261" cy="803753"/>
          </a:xfrm>
          <a:prstGeom prst="rect">
            <a:avLst/>
          </a:prstGeom>
        </p:spPr>
      </p:pic>
      <p:sp>
        <p:nvSpPr>
          <p:cNvPr id="3" name="文本框 2"/>
          <p:cNvSpPr txBox="1"/>
          <p:nvPr/>
        </p:nvSpPr>
        <p:spPr>
          <a:xfrm>
            <a:off x="1279525" y="1507490"/>
            <a:ext cx="3665855" cy="4030980"/>
          </a:xfrm>
          <a:prstGeom prst="rect">
            <a:avLst/>
          </a:prstGeom>
          <a:noFill/>
        </p:spPr>
        <p:txBody>
          <a:bodyPr wrap="square" rtlCol="0">
            <a:spAutoFit/>
          </a:bodyPr>
          <a:lstStyle/>
          <a:p>
            <a:pPr marL="457200" indent="-457200" algn="l">
              <a:buFont typeface="Wingdings" panose="05000000000000000000" charset="0"/>
              <a:buChar char="Ø"/>
            </a:pPr>
            <a:r>
              <a:rPr lang="en-US" altLang="zh-CN" sz="3200"/>
              <a:t>Background   			</a:t>
            </a:r>
            <a:endParaRPr lang="en-US" altLang="zh-CN" sz="3200"/>
          </a:p>
          <a:p>
            <a:pPr marL="457200" indent="-457200" algn="l">
              <a:buFont typeface="Wingdings" panose="05000000000000000000" charset="0"/>
              <a:buChar char="Ø"/>
            </a:pPr>
            <a:r>
              <a:rPr lang="en-US" altLang="zh-CN" sz="3200"/>
              <a:t>Goal					</a:t>
            </a:r>
            <a:endParaRPr lang="en-US" altLang="zh-CN" sz="3200"/>
          </a:p>
          <a:p>
            <a:pPr marL="457200" indent="-457200" algn="l">
              <a:buFont typeface="Wingdings" panose="05000000000000000000" charset="0"/>
              <a:buChar char="Ø"/>
            </a:pPr>
            <a:r>
              <a:rPr lang="en-US" sz="3200" dirty="0">
                <a:latin typeface="Calibri" panose="020F0502020204030204" charset="0"/>
                <a:cs typeface="Calibri" panose="020F0502020204030204" charset="0"/>
                <a:sym typeface="+mn-ea"/>
              </a:rPr>
              <a:t>Schedule 					</a:t>
            </a:r>
            <a:endParaRPr lang="en-US" sz="3200" dirty="0">
              <a:latin typeface="Calibri" panose="020F0502020204030204" charset="0"/>
              <a:cs typeface="Calibri" panose="020F0502020204030204" charset="0"/>
              <a:sym typeface="+mn-ea"/>
            </a:endParaRPr>
          </a:p>
          <a:p>
            <a:pPr algn="l"/>
            <a:endParaRPr lang="en-US" altLang="zh-CN" sz="3200"/>
          </a:p>
        </p:txBody>
      </p:sp>
      <p:sp>
        <p:nvSpPr>
          <p:cNvPr id="122" name="文本框 121"/>
          <p:cNvSpPr txBox="1"/>
          <p:nvPr/>
        </p:nvSpPr>
        <p:spPr>
          <a:xfrm>
            <a:off x="6843395" y="1507490"/>
            <a:ext cx="2740025" cy="3107690"/>
          </a:xfrm>
          <a:prstGeom prst="rect">
            <a:avLst/>
          </a:prstGeom>
          <a:noFill/>
        </p:spPr>
        <p:txBody>
          <a:bodyPr wrap="none" rtlCol="0" anchor="t">
            <a:spAutoFit/>
          </a:bodyPr>
          <a:lstStyle/>
          <a:p>
            <a:pPr marL="457200" indent="-457200" algn="l">
              <a:buClrTx/>
              <a:buSzTx/>
              <a:buFont typeface="Wingdings" panose="05000000000000000000" charset="0"/>
              <a:buChar char="Ø"/>
            </a:pPr>
            <a:r>
              <a:rPr lang="en-US" altLang="zh-CN" sz="3200">
                <a:sym typeface="+mn-ea"/>
              </a:rPr>
              <a:t>Motivation</a:t>
            </a:r>
            <a:endParaRPr lang="en-US" altLang="zh-CN" sz="3200">
              <a:sym typeface="+mn-ea"/>
            </a:endParaRPr>
          </a:p>
          <a:p>
            <a:pPr marL="457200" indent="-457200" algn="l">
              <a:buClrTx/>
              <a:buSzTx/>
              <a:buFont typeface="Wingdings" panose="05000000000000000000" charset="0"/>
              <a:buChar char="Ø"/>
            </a:pPr>
            <a:endParaRPr lang="en-US" altLang="zh-CN" sz="3200">
              <a:sym typeface="+mn-ea"/>
            </a:endParaRPr>
          </a:p>
          <a:p>
            <a:pPr marL="457200" indent="-457200" algn="l">
              <a:buClrTx/>
              <a:buSzTx/>
              <a:buFont typeface="Wingdings" panose="05000000000000000000" charset="0"/>
              <a:buChar char="Ø"/>
            </a:pPr>
            <a:r>
              <a:rPr lang="en-US" altLang="zh-CN" sz="3200">
                <a:sym typeface="+mn-ea"/>
              </a:rPr>
              <a:t>Feasibility</a:t>
            </a:r>
            <a:endParaRPr lang="en-US" altLang="zh-CN" sz="3200">
              <a:sym typeface="+mn-ea"/>
            </a:endParaRPr>
          </a:p>
          <a:p>
            <a:pPr marL="457200" indent="-457200" algn="l">
              <a:buClrTx/>
              <a:buSzTx/>
              <a:buFont typeface="Wingdings" panose="05000000000000000000" charset="0"/>
              <a:buChar char="Ø"/>
            </a:pPr>
            <a:endParaRPr lang="en-US" altLang="zh-CN" sz="3200">
              <a:sym typeface="+mn-ea"/>
            </a:endParaRPr>
          </a:p>
          <a:p>
            <a:pPr marL="457200" indent="-457200" algn="l">
              <a:buClrTx/>
              <a:buSzTx/>
              <a:buFont typeface="Wingdings" panose="05000000000000000000" charset="0"/>
              <a:buChar char="Ø"/>
            </a:pPr>
            <a:r>
              <a:rPr lang="en-US" altLang="zh-CN" sz="3200">
                <a:sym typeface="+mn-ea"/>
              </a:rPr>
              <a:t>Expectations</a:t>
            </a:r>
            <a:endParaRPr lang="en-US" altLang="zh-CN" sz="3200">
              <a:sym typeface="+mn-ea"/>
            </a:endParaRPr>
          </a:p>
          <a:p>
            <a:pPr marL="457200" indent="-457200" algn="l">
              <a:buFont typeface="Wingdings" panose="05000000000000000000" charset="0"/>
              <a:buChar char="Ø"/>
            </a:pPr>
            <a:endParaRPr lang="en-US" dirty="0">
              <a:latin typeface="Calibri" panose="020F0502020204030204" charset="0"/>
              <a:cs typeface="Calibri" panose="020F0502020204030204" charset="0"/>
              <a:sym typeface="+mn-ea"/>
            </a:endParaRPr>
          </a:p>
          <a:p>
            <a:pPr marL="457200" indent="-457200" algn="l">
              <a:buFont typeface="Wingdings" panose="05000000000000000000" charset="0"/>
              <a:buChar char="Ø"/>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122">
                                            <p:txEl>
                                              <p:pRg st="4" end="4"/>
                                            </p:txEl>
                                          </p:spTgt>
                                        </p:tgtEl>
                                        <p:attrNameLst>
                                          <p:attrName>style.color</p:attrName>
                                        </p:attrNameLst>
                                      </p:cBhvr>
                                      <p:to>
                                        <p:clrVal>
                                          <a:schemeClr val="accent2"/>
                                        </p:clrVal>
                                      </p:to>
                                    </p:set>
                                    <p:set>
                                      <p:cBhvr>
                                        <p:cTn id="7" dur="500" fill="hold"/>
                                        <p:tgtEl>
                                          <p:spTgt spid="122">
                                            <p:txEl>
                                              <p:pRg st="4" end="4"/>
                                            </p:txEl>
                                          </p:spTgt>
                                        </p:tgtEl>
                                        <p:attrNameLst>
                                          <p:attrName>fillcolor</p:attrName>
                                        </p:attrNameLst>
                                      </p:cBhvr>
                                      <p:to>
                                        <p:clrVal>
                                          <a:schemeClr val="accent2"/>
                                        </p:clrVal>
                                      </p:to>
                                    </p:set>
                                    <p:set>
                                      <p:cBhvr>
                                        <p:cTn id="8" dur="500" fill="hold"/>
                                        <p:tgtEl>
                                          <p:spTgt spid="122">
                                            <p:txEl>
                                              <p:pRg st="4" end="4"/>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1FC953C7-F893-4DE8-A097-4DD7E89E8219}" type="slidenum">
              <a:rPr lang="zh-CN" altLang="en-US" smtClean="0"/>
            </a:fld>
            <a:endParaRPr lang="zh-CN" altLang="en-US"/>
          </a:p>
        </p:txBody>
      </p:sp>
      <p:sp>
        <p:nvSpPr>
          <p:cNvPr id="5" name="任意多边形 7"/>
          <p:cNvSpPr/>
          <p:nvPr>
            <p:custDataLst>
              <p:tags r:id="rId1"/>
            </p:custDataLst>
          </p:nvPr>
        </p:nvSpPr>
        <p:spPr>
          <a:xfrm flipV="1">
            <a:off x="543235" y="922509"/>
            <a:ext cx="11405235" cy="76200"/>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rgbClr val="014098">
              <a:alpha val="9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a:solidFill>
                <a:srgbClr val="014098"/>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6" name="任意多边形 8"/>
          <p:cNvSpPr/>
          <p:nvPr>
            <p:custDataLst>
              <p:tags r:id="rId2"/>
            </p:custDataLst>
          </p:nvPr>
        </p:nvSpPr>
        <p:spPr>
          <a:xfrm>
            <a:off x="7297" y="616980"/>
            <a:ext cx="410536" cy="381886"/>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140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dirty="0">
              <a:solidFill>
                <a:srgbClr val="7EC234"/>
              </a:solidFill>
              <a:latin typeface="Calibri" panose="020F0502020204030204" charset="0"/>
              <a:ea typeface="Calibri" panose="020F0502020204030204" charset="0"/>
              <a:cs typeface="Calibri" panose="020F0502020204030204" charset="0"/>
              <a:sym typeface="Arial" panose="020B0604020202020204" pitchFamily="34" charset="0"/>
            </a:endParaRPr>
          </a:p>
        </p:txBody>
      </p:sp>
      <p:sp>
        <p:nvSpPr>
          <p:cNvPr id="7" name="Title 1"/>
          <p:cNvSpPr txBox="1"/>
          <p:nvPr/>
        </p:nvSpPr>
        <p:spPr>
          <a:xfrm>
            <a:off x="621968" y="428446"/>
            <a:ext cx="7116679"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defRPr/>
            </a:pPr>
            <a:r>
              <a:rPr lang="en-US" sz="3600" b="1" dirty="0">
                <a:solidFill>
                  <a:srgbClr val="014098"/>
                </a:solidFill>
                <a:latin typeface="Calibri" panose="020F0502020204030204" charset="0"/>
                <a:ea typeface="Calibri" panose="020F0502020204030204" charset="0"/>
                <a:cs typeface="Calibri" panose="020F0502020204030204" charset="0"/>
                <a:sym typeface="+mn-ea"/>
              </a:rPr>
              <a:t>Expectations</a:t>
            </a:r>
            <a:endParaRPr lang="en-US" sz="3600" b="1" dirty="0">
              <a:solidFill>
                <a:srgbClr val="014098"/>
              </a:solidFill>
              <a:latin typeface="Calibri" panose="020F0502020204030204" charset="0"/>
              <a:ea typeface="Calibri" panose="020F0502020204030204" charset="0"/>
              <a:cs typeface="Calibri" panose="020F0502020204030204" charset="0"/>
              <a:sym typeface="+mn-ea"/>
            </a:endParaRPr>
          </a:p>
        </p:txBody>
      </p:sp>
      <p:pic>
        <p:nvPicPr>
          <p:cNvPr id="9" name="Picture 10"/>
          <p:cNvPicPr>
            <a:picLocks noChangeAspect="1"/>
          </p:cNvPicPr>
          <p:nvPr/>
        </p:nvPicPr>
        <p:blipFill>
          <a:blip r:embed="rId3"/>
          <a:stretch>
            <a:fillRect/>
          </a:stretch>
        </p:blipFill>
        <p:spPr>
          <a:xfrm>
            <a:off x="9886209" y="118756"/>
            <a:ext cx="2062261" cy="803753"/>
          </a:xfrm>
          <a:prstGeom prst="rect">
            <a:avLst/>
          </a:prstGeom>
        </p:spPr>
      </p:pic>
      <p:sp>
        <p:nvSpPr>
          <p:cNvPr id="2" name="文本框 1"/>
          <p:cNvSpPr txBox="1"/>
          <p:nvPr/>
        </p:nvSpPr>
        <p:spPr>
          <a:xfrm>
            <a:off x="474310" y="1280795"/>
            <a:ext cx="11304905" cy="3538220"/>
          </a:xfrm>
          <a:prstGeom prst="rect">
            <a:avLst/>
          </a:prstGeom>
          <a:noFill/>
        </p:spPr>
        <p:txBody>
          <a:bodyPr wrap="square" rtlCol="0">
            <a:spAutoFit/>
          </a:bodyPr>
          <a:lstStyle/>
          <a:p>
            <a:pPr marL="457200" indent="-457200" algn="l">
              <a:buFont typeface="Wingdings" panose="05000000000000000000" charset="0"/>
              <a:buChar char="p"/>
            </a:pPr>
            <a:r>
              <a:rPr lang="en-US" altLang="zh-CN" sz="2800">
                <a:latin typeface="Calibri" panose="020F0502020204030204" charset="0"/>
                <a:cs typeface="Calibri" panose="020F0502020204030204" charset="0"/>
              </a:rPr>
              <a:t>Functional goals:</a:t>
            </a:r>
            <a:endParaRPr lang="en-US" altLang="zh-CN" sz="2800">
              <a:latin typeface="Calibri" panose="020F0502020204030204" charset="0"/>
              <a:cs typeface="Calibri" panose="020F0502020204030204" charset="0"/>
            </a:endParaRPr>
          </a:p>
          <a:p>
            <a:pPr marL="914400" lvl="1" indent="-457200" algn="l">
              <a:buFont typeface="Wingdings" panose="05000000000000000000" charset="0"/>
              <a:buChar char="n"/>
            </a:pPr>
            <a:r>
              <a:rPr lang="en-US" altLang="zh-CN" sz="2800" dirty="0">
                <a:sym typeface="+mn-ea"/>
              </a:rPr>
              <a:t>Automatic reproduction of systems using large language models</a:t>
            </a:r>
            <a:endParaRPr lang="en-US" altLang="zh-CN" sz="2800" dirty="0"/>
          </a:p>
          <a:p>
            <a:pPr algn="l"/>
            <a:endParaRPr lang="en-US" altLang="zh-CN" sz="2800">
              <a:latin typeface="Calibri" panose="020F0502020204030204" charset="0"/>
              <a:cs typeface="Calibri" panose="020F0502020204030204" charset="0"/>
            </a:endParaRPr>
          </a:p>
          <a:p>
            <a:pPr marL="457200" indent="-457200" algn="l">
              <a:buFont typeface="Wingdings" panose="05000000000000000000" charset="0"/>
              <a:buChar char="p"/>
            </a:pPr>
            <a:r>
              <a:rPr lang="en-US" altLang="zh-CN" sz="2800">
                <a:latin typeface="Calibri" panose="020F0502020204030204" charset="0"/>
                <a:cs typeface="Calibri" panose="020F0502020204030204" charset="0"/>
              </a:rPr>
              <a:t>Thesis goals:</a:t>
            </a:r>
            <a:endParaRPr lang="en-US" altLang="zh-CN" sz="2800">
              <a:latin typeface="Calibri" panose="020F0502020204030204" charset="0"/>
              <a:cs typeface="Calibri" panose="020F0502020204030204" charset="0"/>
            </a:endParaRPr>
          </a:p>
          <a:p>
            <a:pPr marL="914400" lvl="1" indent="-457200" algn="l">
              <a:buFont typeface="Wingdings" panose="05000000000000000000" charset="0"/>
              <a:buChar char="n"/>
            </a:pPr>
            <a:r>
              <a:rPr lang="en-US" altLang="zh-CN" sz="2800">
                <a:latin typeface="Calibri" panose="020F0502020204030204" charset="0"/>
                <a:cs typeface="Calibri" panose="020F0502020204030204" charset="0"/>
              </a:rPr>
              <a:t>1~2 papers in important international academic conferences (CCF A)</a:t>
            </a:r>
            <a:endParaRPr lang="en-US" altLang="zh-CN" sz="2800">
              <a:latin typeface="Calibri" panose="020F0502020204030204" charset="0"/>
              <a:cs typeface="Calibri" panose="020F0502020204030204" charset="0"/>
            </a:endParaRPr>
          </a:p>
          <a:p>
            <a:pPr algn="l"/>
            <a:endParaRPr lang="en-US" altLang="zh-CN" sz="2800">
              <a:latin typeface="Calibri" panose="020F0502020204030204" charset="0"/>
              <a:cs typeface="Calibri" panose="020F0502020204030204" charset="0"/>
            </a:endParaRPr>
          </a:p>
          <a:p>
            <a:pPr marL="457200" indent="-457200" algn="l">
              <a:buFont typeface="Wingdings" panose="05000000000000000000" charset="0"/>
              <a:buChar char="p"/>
            </a:pPr>
            <a:r>
              <a:rPr lang="en-US" altLang="zh-CN" sz="2800">
                <a:latin typeface="Calibri" panose="020F0502020204030204" charset="0"/>
                <a:cs typeface="Calibri" panose="020F0502020204030204" charset="0"/>
              </a:rPr>
              <a:t>Patent goals:</a:t>
            </a:r>
            <a:endParaRPr lang="en-US" altLang="zh-CN" sz="2800">
              <a:latin typeface="Calibri" panose="020F0502020204030204" charset="0"/>
              <a:cs typeface="Calibri" panose="020F0502020204030204" charset="0"/>
            </a:endParaRPr>
          </a:p>
          <a:p>
            <a:pPr marL="914400" lvl="1" indent="-457200" algn="l">
              <a:buFont typeface="Wingdings" panose="05000000000000000000" charset="0"/>
              <a:buChar char="n"/>
            </a:pPr>
            <a:r>
              <a:rPr lang="en-US" altLang="zh-CN" sz="2800">
                <a:latin typeface="Calibri" panose="020F0502020204030204" charset="0"/>
                <a:cs typeface="Calibri" panose="020F0502020204030204" charset="0"/>
              </a:rPr>
              <a:t>1 software copyright + 1 invention patent</a:t>
            </a:r>
            <a:endParaRPr lang="en-US" altLang="zh-CN" sz="2800">
              <a:latin typeface="Calibri" panose="020F0502020204030204" charset="0"/>
              <a:cs typeface="Calibri" panose="020F050202020403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Effect transition="in" filter="fade">
                                      <p:cBhvr>
                                        <p:cTn id="15" dur="500"/>
                                        <p:tgtEl>
                                          <p:spTgt spid="2">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
                                            <p:txEl>
                                              <p:pRg st="4" end="4"/>
                                            </p:txEl>
                                          </p:spTgt>
                                        </p:tgtEl>
                                        <p:attrNameLst>
                                          <p:attrName>style.visibility</p:attrName>
                                        </p:attrNameLst>
                                      </p:cBhvr>
                                      <p:to>
                                        <p:strVal val="visible"/>
                                      </p:to>
                                    </p:set>
                                    <p:animEffect transition="in" filter="fade">
                                      <p:cBhvr>
                                        <p:cTn id="20" dur="500"/>
                                        <p:tgtEl>
                                          <p:spTgt spid="2">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animEffect transition="in" filter="fade">
                                      <p:cBhvr>
                                        <p:cTn id="25" dur="500"/>
                                        <p:tgtEl>
                                          <p:spTgt spid="2">
                                            <p:txEl>
                                              <p:pRg st="6" end="6"/>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
                                            <p:txEl>
                                              <p:pRg st="7" end="7"/>
                                            </p:txEl>
                                          </p:spTgt>
                                        </p:tgtEl>
                                        <p:attrNameLst>
                                          <p:attrName>style.visibility</p:attrName>
                                        </p:attrNameLst>
                                      </p:cBhvr>
                                      <p:to>
                                        <p:strVal val="visible"/>
                                      </p:to>
                                    </p:set>
                                    <p:animEffect transition="in" filter="fade">
                                      <p:cBhvr>
                                        <p:cTn id="30"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0"/>
            <a:ext cx="12213590" cy="3429000"/>
          </a:xfrm>
          <a:prstGeom prst="rect">
            <a:avLst/>
          </a:prstGeom>
          <a:solidFill>
            <a:srgbClr val="01409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472C4"/>
              </a:solidFill>
            </a:endParaRPr>
          </a:p>
        </p:txBody>
      </p:sp>
      <p:sp>
        <p:nvSpPr>
          <p:cNvPr id="6" name="TextBox 5"/>
          <p:cNvSpPr txBox="1"/>
          <p:nvPr/>
        </p:nvSpPr>
        <p:spPr>
          <a:xfrm>
            <a:off x="4600575" y="3716020"/>
            <a:ext cx="2990215" cy="939165"/>
          </a:xfrm>
          <a:prstGeom prst="rect">
            <a:avLst/>
          </a:prstGeom>
          <a:noFill/>
        </p:spPr>
        <p:txBody>
          <a:bodyPr wrap="none" rtlCol="0">
            <a:noAutofit/>
          </a:bodyPr>
          <a:lstStyle/>
          <a:p>
            <a:r>
              <a:rPr lang="en-US" sz="4800" dirty="0">
                <a:solidFill>
                  <a:srgbClr val="014098"/>
                </a:solidFill>
                <a:ea typeface="Calibri" panose="020F0502020204030204" charset="0"/>
                <a:cs typeface="Calibri" panose="020F0502020204030204" charset="0"/>
              </a:rPr>
              <a:t>Thank you!</a:t>
            </a:r>
            <a:endParaRPr lang="en-US" sz="4800" dirty="0">
              <a:solidFill>
                <a:srgbClr val="014098"/>
              </a:solidFill>
              <a:ea typeface="Calibri" panose="020F0502020204030204" charset="0"/>
              <a:cs typeface="Calibri" panose="020F0502020204030204" charset="0"/>
            </a:endParaRPr>
          </a:p>
        </p:txBody>
      </p:sp>
      <p:sp>
        <p:nvSpPr>
          <p:cNvPr id="5" name="文本框 4"/>
          <p:cNvSpPr txBox="1"/>
          <p:nvPr/>
        </p:nvSpPr>
        <p:spPr>
          <a:xfrm>
            <a:off x="1624330" y="1403985"/>
            <a:ext cx="8942705" cy="1616075"/>
          </a:xfrm>
          <a:prstGeom prst="rect">
            <a:avLst/>
          </a:prstGeom>
          <a:noFill/>
        </p:spPr>
        <p:txBody>
          <a:bodyPr wrap="square" rtlCol="0" anchor="t">
            <a:noAutofit/>
          </a:bodyPr>
          <a:lstStyle/>
          <a:p>
            <a:pPr algn="ctr"/>
            <a:r>
              <a:rPr lang="en-US" altLang="zh-CN" sz="4400" dirty="0">
                <a:solidFill>
                  <a:schemeClr val="bg1"/>
                </a:solidFill>
                <a:sym typeface="+mn-ea"/>
              </a:rPr>
              <a:t>Automatic Reproduction of Systems</a:t>
            </a:r>
            <a:br>
              <a:rPr lang="en-US" altLang="zh-CN" sz="4400" dirty="0">
                <a:solidFill>
                  <a:schemeClr val="bg1"/>
                </a:solidFill>
                <a:sym typeface="+mn-ea"/>
              </a:rPr>
            </a:br>
            <a:r>
              <a:rPr lang="en-US" altLang="zh-CN" sz="4400" dirty="0">
                <a:solidFill>
                  <a:schemeClr val="bg1"/>
                </a:solidFill>
                <a:sym typeface="+mn-ea"/>
              </a:rPr>
              <a:t>Using Large Language Models</a:t>
            </a:r>
            <a:endParaRPr lang="en-US" altLang="zh-CN" sz="4400" dirty="0">
              <a:solidFill>
                <a:schemeClr val="bg1"/>
              </a:solidFill>
              <a:latin typeface="Calibri Light" panose="020F0302020204030204" pitchFamily="34" charset="0"/>
              <a:cs typeface="Calibri Light" panose="020F0302020204030204" pitchFamily="34" charset="0"/>
              <a:sym typeface="+mn-ea"/>
            </a:endParaRPr>
          </a:p>
        </p:txBody>
      </p:sp>
    </p:spTree>
    <p:custDataLst>
      <p:tags r:id="rId1"/>
    </p:custDataLst>
  </p:cSld>
  <p:clrMapOvr>
    <a:masterClrMapping/>
  </p:clrMapOvr>
</p:sld>
</file>

<file path=ppt/tags/tag1.xml><?xml version="1.0" encoding="utf-8"?>
<p:tagLst xmlns:p="http://schemas.openxmlformats.org/presentationml/2006/main">
  <p:tag name="MH" val="20160830110547"/>
  <p:tag name="MH_LIBRARY" val="CONTENTS"/>
  <p:tag name="MH_TYPE" val="OTHERS"/>
  <p:tag name="ID" val="545840"/>
</p:tagLst>
</file>

<file path=ppt/tags/tag2.xml><?xml version="1.0" encoding="utf-8"?>
<p:tagLst xmlns:p="http://schemas.openxmlformats.org/presentationml/2006/main">
  <p:tag name="MH" val="20160830110547"/>
  <p:tag name="MH_LIBRARY" val="CONTENTS"/>
  <p:tag name="MH_TYPE" val="OTHERS"/>
  <p:tag name="ID" val="545840"/>
</p:tagLst>
</file>

<file path=ppt/tags/tag3.xml><?xml version="1.0" encoding="utf-8"?>
<p:tagLst xmlns:p="http://schemas.openxmlformats.org/presentationml/2006/main">
  <p:tag name="KSO_WM_UNIT_PLACING_PICTURE_USER_VIEWPORT" val="{&quot;height&quot;:1265.7527559055118,&quot;width&quot;:3247.6551181102363}"/>
</p:tagLst>
</file>

<file path=ppt/tags/tag4.xml><?xml version="1.0" encoding="utf-8"?>
<p:tagLst xmlns:p="http://schemas.openxmlformats.org/presentationml/2006/main">
  <p:tag name="KSO_WM_UNIT_PLACING_PICTURE_USER_VIEWPORT" val="{&quot;height&quot;:1265.7527559055118,&quot;width&quot;:3247.6551181102363}"/>
</p:tagLst>
</file>

<file path=ppt/tags/tag5.xml><?xml version="1.0" encoding="utf-8"?>
<p:tagLst xmlns:p="http://schemas.openxmlformats.org/presentationml/2006/main">
  <p:tag name="MH" val="20160830110547"/>
  <p:tag name="MH_LIBRARY" val="CONTENTS"/>
  <p:tag name="MH_TYPE" val="OTHERS"/>
  <p:tag name="ID" val="545840"/>
</p:tagLst>
</file>

<file path=ppt/tags/tag6.xml><?xml version="1.0" encoding="utf-8"?>
<p:tagLst xmlns:p="http://schemas.openxmlformats.org/presentationml/2006/main">
  <p:tag name="MH" val="20160830110547"/>
  <p:tag name="MH_LIBRARY" val="CONTENTS"/>
  <p:tag name="MH_TYPE" val="OTHERS"/>
  <p:tag name="ID" val="545840"/>
</p:tagLst>
</file>

<file path=ppt/tags/tag7.xml><?xml version="1.0" encoding="utf-8"?>
<p:tagLst xmlns:p="http://schemas.openxmlformats.org/presentationml/2006/main">
  <p:tag name="MH" val="20160830110547"/>
  <p:tag name="MH_LIBRARY" val="CONTENTS"/>
  <p:tag name="MH_TYPE" val="OTHERS"/>
  <p:tag name="ID" val="545840"/>
</p:tagLst>
</file>

<file path=ppt/tags/tag8.xml><?xml version="1.0" encoding="utf-8"?>
<p:tagLst xmlns:p="http://schemas.openxmlformats.org/presentationml/2006/main">
  <p:tag name="MH" val="20160830110547"/>
  <p:tag name="MH_LIBRARY" val="CONTENTS"/>
  <p:tag name="MH_TYPE" val="OTHERS"/>
  <p:tag name="ID" val="545840"/>
</p:tagLst>
</file>

<file path=ppt/tags/tag9.xml><?xml version="1.0" encoding="utf-8"?>
<p:tagLst xmlns:p="http://schemas.openxmlformats.org/presentationml/2006/main">
  <p:tag name="MH" val="20160830110547"/>
  <p:tag name="MH_LIBRARY" val="CONTENTS"/>
  <p:tag name="MH_TYPE" val="OTHERS"/>
  <p:tag name="ID" val="545840"/>
</p:tagLst>
</file>

<file path=ppt/tags/tag10.xml><?xml version="1.0" encoding="utf-8"?>
<p:tagLst xmlns:p="http://schemas.openxmlformats.org/presentationml/2006/main">
  <p:tag name="MH" val="20160830110547"/>
  <p:tag name="MH_LIBRARY" val="CONTENTS"/>
  <p:tag name="MH_TYPE" val="OTHERS"/>
  <p:tag name="ID" val="545840"/>
</p:tagLst>
</file>

<file path=ppt/tags/tag11.xml><?xml version="1.0" encoding="utf-8"?>
<p:tagLst xmlns:p="http://schemas.openxmlformats.org/presentationml/2006/main">
  <p:tag name="KSO_WM_UNIT_PLACING_PICTURE_USER_VIEWPORT" val="{&quot;height&quot;:1265.7527559055118,&quot;width&quot;:3247.6551181102363}"/>
</p:tagLst>
</file>

<file path=ppt/tags/tag12.xml><?xml version="1.0" encoding="utf-8"?>
<p:tagLst xmlns:p="http://schemas.openxmlformats.org/presentationml/2006/main">
  <p:tag name="MH" val="20160830110547"/>
  <p:tag name="MH_LIBRARY" val="CONTENTS"/>
  <p:tag name="MH_TYPE" val="OTHERS"/>
  <p:tag name="ID" val="545840"/>
</p:tagLst>
</file>

<file path=ppt/tags/tag13.xml><?xml version="1.0" encoding="utf-8"?>
<p:tagLst xmlns:p="http://schemas.openxmlformats.org/presentationml/2006/main">
  <p:tag name="MH" val="20160830110547"/>
  <p:tag name="MH_LIBRARY" val="CONTENTS"/>
  <p:tag name="MH_TYPE" val="OTHERS"/>
  <p:tag name="ID" val="545840"/>
</p:tagLst>
</file>

<file path=ppt/tags/tag14.xml><?xml version="1.0" encoding="utf-8"?>
<p:tagLst xmlns:p="http://schemas.openxmlformats.org/presentationml/2006/main">
  <p:tag name="KSO_WM_UNIT_PLACING_PICTURE_USER_VIEWPORT" val="{&quot;height&quot;:1265.7527559055118,&quot;width&quot;:3247.6551181102363}"/>
</p:tagLst>
</file>

<file path=ppt/tags/tag15.xml><?xml version="1.0" encoding="utf-8"?>
<p:tagLst xmlns:p="http://schemas.openxmlformats.org/presentationml/2006/main">
  <p:tag name="MH" val="20160830110547"/>
  <p:tag name="MH_LIBRARY" val="CONTENTS"/>
  <p:tag name="MH_TYPE" val="OTHERS"/>
  <p:tag name="ID" val="545840"/>
</p:tagLst>
</file>

<file path=ppt/tags/tag16.xml><?xml version="1.0" encoding="utf-8"?>
<p:tagLst xmlns:p="http://schemas.openxmlformats.org/presentationml/2006/main">
  <p:tag name="MH" val="20160830110547"/>
  <p:tag name="MH_LIBRARY" val="CONTENTS"/>
  <p:tag name="MH_TYPE" val="OTHERS"/>
  <p:tag name="ID" val="545840"/>
</p:tagLst>
</file>

<file path=ppt/tags/tag17.xml><?xml version="1.0" encoding="utf-8"?>
<p:tagLst xmlns:p="http://schemas.openxmlformats.org/presentationml/2006/main">
  <p:tag name="KSO_WM_UNIT_PLACING_PICTURE_USER_VIEWPORT" val="{&quot;height&quot;:1265.7527559055118,&quot;width&quot;:3247.6551181102363}"/>
</p:tagLst>
</file>

<file path=ppt/tags/tag18.xml><?xml version="1.0" encoding="utf-8"?>
<p:tagLst xmlns:p="http://schemas.openxmlformats.org/presentationml/2006/main">
  <p:tag name="MH" val="20160830110547"/>
  <p:tag name="MH_LIBRARY" val="CONTENTS"/>
  <p:tag name="MH_TYPE" val="OTHERS"/>
  <p:tag name="ID" val="545840"/>
</p:tagLst>
</file>

<file path=ppt/tags/tag19.xml><?xml version="1.0" encoding="utf-8"?>
<p:tagLst xmlns:p="http://schemas.openxmlformats.org/presentationml/2006/main">
  <p:tag name="MH" val="20160830110547"/>
  <p:tag name="MH_LIBRARY" val="CONTENTS"/>
  <p:tag name="MH_TYPE" val="OTHERS"/>
  <p:tag name="ID" val="545840"/>
</p:tagLst>
</file>

<file path=ppt/tags/tag20.xml><?xml version="1.0" encoding="utf-8"?>
<p:tagLst xmlns:p="http://schemas.openxmlformats.org/presentationml/2006/main">
  <p:tag name="KSO_WM_UNIT_PLACING_PICTURE_USER_VIEWPORT" val="{&quot;height&quot;:1265.7527559055118,&quot;width&quot;:3247.6551181102363}"/>
</p:tagLst>
</file>

<file path=ppt/tags/tag21.xml><?xml version="1.0" encoding="utf-8"?>
<p:tagLst xmlns:p="http://schemas.openxmlformats.org/presentationml/2006/main">
  <p:tag name="MH" val="20160830110547"/>
  <p:tag name="MH_LIBRARY" val="CONTENTS"/>
  <p:tag name="MH_TYPE" val="OTHERS"/>
  <p:tag name="ID" val="545840"/>
</p:tagLst>
</file>

<file path=ppt/tags/tag22.xml><?xml version="1.0" encoding="utf-8"?>
<p:tagLst xmlns:p="http://schemas.openxmlformats.org/presentationml/2006/main">
  <p:tag name="MH" val="20160830110547"/>
  <p:tag name="MH_LIBRARY" val="CONTENTS"/>
  <p:tag name="MH_TYPE" val="OTHERS"/>
  <p:tag name="ID" val="545840"/>
</p:tagLst>
</file>

<file path=ppt/tags/tag23.xml><?xml version="1.0" encoding="utf-8"?>
<p:tagLst xmlns:p="http://schemas.openxmlformats.org/presentationml/2006/main">
  <p:tag name="KSO_WM_UNIT_PLACING_PICTURE_USER_VIEWPORT" val="{&quot;height&quot;:1265.7527559055118,&quot;width&quot;:3247.6551181102363}"/>
</p:tagLst>
</file>

<file path=ppt/tags/tag24.xml><?xml version="1.0" encoding="utf-8"?>
<p:tagLst xmlns:p="http://schemas.openxmlformats.org/presentationml/2006/main">
  <p:tag name="MH" val="20160830110547"/>
  <p:tag name="MH_LIBRARY" val="CONTENTS"/>
  <p:tag name="MH_TYPE" val="OTHERS"/>
  <p:tag name="ID" val="545840"/>
</p:tagLst>
</file>

<file path=ppt/tags/tag25.xml><?xml version="1.0" encoding="utf-8"?>
<p:tagLst xmlns:p="http://schemas.openxmlformats.org/presentationml/2006/main">
  <p:tag name="MH" val="20160830110547"/>
  <p:tag name="MH_LIBRARY" val="CONTENTS"/>
  <p:tag name="MH_TYPE" val="OTHERS"/>
  <p:tag name="ID" val="545840"/>
</p:tagLst>
</file>

<file path=ppt/tags/tag26.xml><?xml version="1.0" encoding="utf-8"?>
<p:tagLst xmlns:p="http://schemas.openxmlformats.org/presentationml/2006/main">
  <p:tag name="KSO_WM_UNIT_PLACING_PICTURE_USER_VIEWPORT" val="{&quot;height&quot;:1265.7527559055118,&quot;width&quot;:3247.6551181102363}"/>
</p:tagLst>
</file>

<file path=ppt/tags/tag27.xml><?xml version="1.0" encoding="utf-8"?>
<p:tagLst xmlns:p="http://schemas.openxmlformats.org/presentationml/2006/main">
  <p:tag name="MH" val="20160830110547"/>
  <p:tag name="MH_LIBRARY" val="CONTENTS"/>
  <p:tag name="MH_TYPE" val="OTHERS"/>
  <p:tag name="ID" val="545840"/>
</p:tagLst>
</file>

<file path=ppt/tags/tag28.xml><?xml version="1.0" encoding="utf-8"?>
<p:tagLst xmlns:p="http://schemas.openxmlformats.org/presentationml/2006/main">
  <p:tag name="MH" val="20160830110547"/>
  <p:tag name="MH_LIBRARY" val="CONTENTS"/>
  <p:tag name="MH_TYPE" val="OTHERS"/>
  <p:tag name="ID" val="545840"/>
</p:tagLst>
</file>

<file path=ppt/tags/tag29.xml><?xml version="1.0" encoding="utf-8"?>
<p:tagLst xmlns:p="http://schemas.openxmlformats.org/presentationml/2006/main">
  <p:tag name="KSO_WM_UNIT_PLACING_PICTURE_USER_VIEWPORT" val="{&quot;height&quot;:1265.7527559055118,&quot;width&quot;:3247.6551181102363}"/>
</p:tagLst>
</file>

<file path=ppt/tags/tag30.xml><?xml version="1.0" encoding="utf-8"?>
<p:tagLst xmlns:p="http://schemas.openxmlformats.org/presentationml/2006/main">
  <p:tag name="KSO_WM_TAG_VERSION" val="1.0"/>
  <p:tag name="KSO_WM_BEAUTIFY_FLAG" val="#wm#"/>
  <p:tag name="KSO_WM_TEMPLATE_CATEGORY" val="diagram"/>
  <p:tag name="KSO_WM_TEMPLATE_INDEX" val="20169850"/>
  <p:tag name="KSO_WM_UNIT_TYPE" val="l_h_i"/>
  <p:tag name="KSO_WM_UNIT_INDEX" val="1_1_1"/>
  <p:tag name="KSO_WM_UNIT_ID" val="diagram20169850_3*l_h_i*1_1_1"/>
  <p:tag name="KSO_WM_UNIT_LAYERLEVEL" val="1_1_1"/>
  <p:tag name="KSO_WM_DIAGRAM_GROUP_CODE" val="l1-1"/>
  <p:tag name="KSO_WM_UNIT_FILL_FORE_SCHEMECOLOR_INDEX" val="5"/>
  <p:tag name="KSO_WM_UNIT_FILL_TYPE" val="1"/>
  <p:tag name="KSO_WM_UNIT_TEXT_FILL_FORE_SCHEMECOLOR_INDEX" val="13"/>
  <p:tag name="KSO_WM_UNIT_TEXT_FILL_TYPE" val="1"/>
  <p:tag name="KSO_WM_DIAGRAM_VIRTUALLY_FRAME" val="{&quot;height&quot;:314.0170078740158,&quot;left&quot;:149.95,&quot;top&quot;:198.78299212598424,&quot;width&quot;:743.85}"/>
</p:tagLst>
</file>

<file path=ppt/tags/tag31.xml><?xml version="1.0" encoding="utf-8"?>
<p:tagLst xmlns:p="http://schemas.openxmlformats.org/presentationml/2006/main">
  <p:tag name="KSO_WM_TAG_VERSION" val="1.0"/>
  <p:tag name="KSO_WM_BEAUTIFY_FLAG" val="#wm#"/>
  <p:tag name="KSO_WM_TEMPLATE_CATEGORY" val="diagram"/>
  <p:tag name="KSO_WM_TEMPLATE_INDEX" val="20169850"/>
  <p:tag name="KSO_WM_UNIT_TYPE" val="l_h_i"/>
  <p:tag name="KSO_WM_UNIT_INDEX" val="1_2_1"/>
  <p:tag name="KSO_WM_UNIT_ID" val="diagram20169850_3*l_h_i*1_2_1"/>
  <p:tag name="KSO_WM_UNIT_LAYERLEVEL" val="1_1_1"/>
  <p:tag name="KSO_WM_DIAGRAM_GROUP_CODE" val="l1-1"/>
  <p:tag name="KSO_WM_UNIT_FILL_FORE_SCHEMECOLOR_INDEX" val="5"/>
  <p:tag name="KSO_WM_UNIT_FILL_TYPE" val="1"/>
  <p:tag name="KSO_WM_UNIT_TEXT_FILL_FORE_SCHEMECOLOR_INDEX" val="13"/>
  <p:tag name="KSO_WM_UNIT_TEXT_FILL_TYPE" val="1"/>
  <p:tag name="KSO_WM_DIAGRAM_VIRTUALLY_FRAME" val="{&quot;height&quot;:314.0170078740158,&quot;left&quot;:149.95,&quot;top&quot;:198.78299212598424,&quot;width&quot;:743.85}"/>
</p:tagLst>
</file>

<file path=ppt/tags/tag32.xml><?xml version="1.0" encoding="utf-8"?>
<p:tagLst xmlns:p="http://schemas.openxmlformats.org/presentationml/2006/main">
  <p:tag name="KSO_WM_TAG_VERSION" val="1.0"/>
  <p:tag name="KSO_WM_BEAUTIFY_FLAG" val="#wm#"/>
  <p:tag name="KSO_WM_TEMPLATE_CATEGORY" val="diagram"/>
  <p:tag name="KSO_WM_TEMPLATE_INDEX" val="20169850"/>
  <p:tag name="KSO_WM_UNIT_TYPE" val="l_h_i"/>
  <p:tag name="KSO_WM_UNIT_INDEX" val="1_3_1"/>
  <p:tag name="KSO_WM_UNIT_ID" val="diagram20169850_3*l_h_i*1_3_1"/>
  <p:tag name="KSO_WM_UNIT_LAYERLEVEL" val="1_1_1"/>
  <p:tag name="KSO_WM_DIAGRAM_GROUP_CODE" val="l1-1"/>
  <p:tag name="KSO_WM_UNIT_FILL_FORE_SCHEMECOLOR_INDEX" val="5"/>
  <p:tag name="KSO_WM_UNIT_FILL_TYPE" val="1"/>
  <p:tag name="KSO_WM_UNIT_TEXT_FILL_FORE_SCHEMECOLOR_INDEX" val="13"/>
  <p:tag name="KSO_WM_UNIT_TEXT_FILL_TYPE" val="1"/>
  <p:tag name="KSO_WM_DIAGRAM_VIRTUALLY_FRAME" val="{&quot;height&quot;:314.0170078740158,&quot;left&quot;:149.95,&quot;top&quot;:198.78299212598424,&quot;width&quot;:743.85}"/>
</p:tagLst>
</file>

<file path=ppt/tags/tag33.xml><?xml version="1.0" encoding="utf-8"?>
<p:tagLst xmlns:p="http://schemas.openxmlformats.org/presentationml/2006/main">
  <p:tag name="KSO_WM_TAG_VERSION" val="1.0"/>
  <p:tag name="KSO_WM_BEAUTIFY_FLAG" val="#wm#"/>
  <p:tag name="KSO_WM_TEMPLATE_CATEGORY" val="diagram"/>
  <p:tag name="KSO_WM_TEMPLATE_INDEX" val="20169850"/>
  <p:tag name="KSO_WM_UNIT_TYPE" val="l_h_i"/>
  <p:tag name="KSO_WM_UNIT_INDEX" val="1_3_2"/>
  <p:tag name="KSO_WM_UNIT_ID" val="diagram20169850_3*l_h_i*1_3_2"/>
  <p:tag name="KSO_WM_UNIT_LAYERLEVEL" val="1_1_1"/>
  <p:tag name="KSO_WM_DIAGRAM_GROUP_CODE" val="l1-1"/>
  <p:tag name="KSO_WM_UNIT_FILL_FORE_SCHEMECOLOR_INDEX" val="6"/>
  <p:tag name="KSO_WM_UNIT_FILL_TYPE" val="1"/>
  <p:tag name="KSO_WM_UNIT_TEXT_FILL_FORE_SCHEMECOLOR_INDEX" val="13"/>
  <p:tag name="KSO_WM_UNIT_TEXT_FILL_TYPE" val="1"/>
  <p:tag name="KSO_WM_DIAGRAM_VIRTUALLY_FRAME" val="{&quot;height&quot;:314.0170078740158,&quot;left&quot;:149.95,&quot;top&quot;:198.78299212598424,&quot;width&quot;:743.85}"/>
</p:tagLst>
</file>

<file path=ppt/tags/tag34.xml><?xml version="1.0" encoding="utf-8"?>
<p:tagLst xmlns:p="http://schemas.openxmlformats.org/presentationml/2006/main">
  <p:tag name="KSO_WM_TAG_VERSION" val="1.0"/>
  <p:tag name="KSO_WM_BEAUTIFY_FLAG" val="#wm#"/>
  <p:tag name="KSO_WM_TEMPLATE_CATEGORY" val="diagram"/>
  <p:tag name="KSO_WM_TEMPLATE_INDEX" val="20169850"/>
  <p:tag name="KSO_WM_UNIT_TYPE" val="l_h_i"/>
  <p:tag name="KSO_WM_UNIT_INDEX" val="1_3_3"/>
  <p:tag name="KSO_WM_UNIT_ID" val="diagram20169850_3*l_h_i*1_3_3"/>
  <p:tag name="KSO_WM_UNIT_LAYERLEVEL" val="1_1_1"/>
  <p:tag name="KSO_WM_DIAGRAM_GROUP_CODE" val="l1-1"/>
  <p:tag name="KSO_WM_UNIT_FILL_FORE_SCHEMECOLOR_INDEX" val="5"/>
  <p:tag name="KSO_WM_UNIT_FILL_TYPE" val="1"/>
  <p:tag name="KSO_WM_UNIT_TEXT_FILL_FORE_SCHEMECOLOR_INDEX" val="13"/>
  <p:tag name="KSO_WM_UNIT_TEXT_FILL_TYPE" val="1"/>
  <p:tag name="KSO_WM_DIAGRAM_VIRTUALLY_FRAME" val="{&quot;height&quot;:314.0170078740158,&quot;left&quot;:149.95,&quot;top&quot;:198.78299212598424,&quot;width&quot;:743.85}"/>
</p:tagLst>
</file>

<file path=ppt/tags/tag35.xml><?xml version="1.0" encoding="utf-8"?>
<p:tagLst xmlns:p="http://schemas.openxmlformats.org/presentationml/2006/main">
  <p:tag name="KSO_WM_TAG_VERSION" val="1.0"/>
  <p:tag name="KSO_WM_BEAUTIFY_FLAG" val="#wm#"/>
  <p:tag name="KSO_WM_TEMPLATE_CATEGORY" val="diagram"/>
  <p:tag name="KSO_WM_TEMPLATE_INDEX" val="20169850"/>
  <p:tag name="KSO_WM_UNIT_TYPE" val="l_h_i"/>
  <p:tag name="KSO_WM_UNIT_INDEX" val="1_3_4"/>
  <p:tag name="KSO_WM_UNIT_ID" val="diagram20169850_3*l_h_i*1_3_4"/>
  <p:tag name="KSO_WM_UNIT_LAYERLEVEL" val="1_1_1"/>
  <p:tag name="KSO_WM_DIAGRAM_GROUP_CODE" val="l1-1"/>
  <p:tag name="KSO_WM_UNIT_FILL_FORE_SCHEMECOLOR_INDEX" val="16"/>
  <p:tag name="KSO_WM_UNIT_FILL_TYPE" val="1"/>
  <p:tag name="KSO_WM_UNIT_TEXT_FILL_FORE_SCHEMECOLOR_INDEX" val="13"/>
  <p:tag name="KSO_WM_UNIT_TEXT_FILL_TYPE" val="1"/>
  <p:tag name="KSO_WM_DIAGRAM_VIRTUALLY_FRAME" val="{&quot;height&quot;:314.0170078740158,&quot;left&quot;:149.95,&quot;top&quot;:198.78299212598424,&quot;width&quot;:743.85}"/>
</p:tagLst>
</file>

<file path=ppt/tags/tag36.xml><?xml version="1.0" encoding="utf-8"?>
<p:tagLst xmlns:p="http://schemas.openxmlformats.org/presentationml/2006/main">
  <p:tag name="KSO_WM_TAG_VERSION" val="1.0"/>
  <p:tag name="KSO_WM_BEAUTIFY_FLAG" val="#wm#"/>
  <p:tag name="KSO_WM_TEMPLATE_CATEGORY" val="diagram"/>
  <p:tag name="KSO_WM_TEMPLATE_INDEX" val="20169850"/>
  <p:tag name="KSO_WM_UNIT_TYPE" val="l_h_i"/>
  <p:tag name="KSO_WM_UNIT_INDEX" val="1_1_2"/>
  <p:tag name="KSO_WM_UNIT_ID" val="diagram20169850_3*l_h_i*1_1_2"/>
  <p:tag name="KSO_WM_UNIT_LAYERLEVEL" val="1_1_1"/>
  <p:tag name="KSO_WM_DIAGRAM_GROUP_CODE" val="l1-1"/>
  <p:tag name="KSO_WM_UNIT_FILL_FORE_SCHEMECOLOR_INDEX" val="6"/>
  <p:tag name="KSO_WM_UNIT_FILL_TYPE" val="1"/>
  <p:tag name="KSO_WM_UNIT_TEXT_FILL_FORE_SCHEMECOLOR_INDEX" val="13"/>
  <p:tag name="KSO_WM_UNIT_TEXT_FILL_TYPE" val="1"/>
  <p:tag name="KSO_WM_DIAGRAM_VIRTUALLY_FRAME" val="{&quot;height&quot;:314.0170078740158,&quot;left&quot;:149.95,&quot;top&quot;:198.78299212598424,&quot;width&quot;:743.85}"/>
</p:tagLst>
</file>

<file path=ppt/tags/tag37.xml><?xml version="1.0" encoding="utf-8"?>
<p:tagLst xmlns:p="http://schemas.openxmlformats.org/presentationml/2006/main">
  <p:tag name="KSO_WM_TAG_VERSION" val="1.0"/>
  <p:tag name="KSO_WM_BEAUTIFY_FLAG" val="#wm#"/>
  <p:tag name="KSO_WM_TEMPLATE_CATEGORY" val="diagram"/>
  <p:tag name="KSO_WM_TEMPLATE_INDEX" val="20169850"/>
  <p:tag name="KSO_WM_UNIT_TYPE" val="l_h_i"/>
  <p:tag name="KSO_WM_UNIT_INDEX" val="1_1_3"/>
  <p:tag name="KSO_WM_UNIT_ID" val="diagram20169850_3*l_h_i*1_1_3"/>
  <p:tag name="KSO_WM_UNIT_LAYERLEVEL" val="1_1_1"/>
  <p:tag name="KSO_WM_DIAGRAM_GROUP_CODE" val="l1-1"/>
  <p:tag name="KSO_WM_UNIT_FILL_FORE_SCHEMECOLOR_INDEX" val="5"/>
  <p:tag name="KSO_WM_UNIT_FILL_TYPE" val="1"/>
  <p:tag name="KSO_WM_UNIT_TEXT_FILL_FORE_SCHEMECOLOR_INDEX" val="13"/>
  <p:tag name="KSO_WM_UNIT_TEXT_FILL_TYPE" val="1"/>
  <p:tag name="KSO_WM_DIAGRAM_VIRTUALLY_FRAME" val="{&quot;height&quot;:314.0170078740158,&quot;left&quot;:149.95,&quot;top&quot;:198.78299212598424,&quot;width&quot;:743.85}"/>
</p:tagLst>
</file>

<file path=ppt/tags/tag38.xml><?xml version="1.0" encoding="utf-8"?>
<p:tagLst xmlns:p="http://schemas.openxmlformats.org/presentationml/2006/main">
  <p:tag name="KSO_WM_TAG_VERSION" val="1.0"/>
  <p:tag name="KSO_WM_BEAUTIFY_FLAG" val="#wm#"/>
  <p:tag name="KSO_WM_TEMPLATE_CATEGORY" val="diagram"/>
  <p:tag name="KSO_WM_TEMPLATE_INDEX" val="20169850"/>
  <p:tag name="KSO_WM_UNIT_TYPE" val="l_h_i"/>
  <p:tag name="KSO_WM_UNIT_INDEX" val="1_1_4"/>
  <p:tag name="KSO_WM_UNIT_ID" val="diagram20169850_3*l_h_i*1_1_4"/>
  <p:tag name="KSO_WM_UNIT_LAYERLEVEL" val="1_1_1"/>
  <p:tag name="KSO_WM_DIAGRAM_GROUP_CODE" val="l1-1"/>
  <p:tag name="KSO_WM_UNIT_FILL_FORE_SCHEMECOLOR_INDEX" val="16"/>
  <p:tag name="KSO_WM_UNIT_FILL_TYPE" val="1"/>
  <p:tag name="KSO_WM_UNIT_TEXT_FILL_FORE_SCHEMECOLOR_INDEX" val="13"/>
  <p:tag name="KSO_WM_UNIT_TEXT_FILL_TYPE" val="1"/>
  <p:tag name="KSO_WM_DIAGRAM_VIRTUALLY_FRAME" val="{&quot;height&quot;:314.0170078740158,&quot;left&quot;:149.95,&quot;top&quot;:198.78299212598424,&quot;width&quot;:743.85}"/>
</p:tagLst>
</file>

<file path=ppt/tags/tag39.xml><?xml version="1.0" encoding="utf-8"?>
<p:tagLst xmlns:p="http://schemas.openxmlformats.org/presentationml/2006/main">
  <p:tag name="KSO_WM_TAG_VERSION" val="1.0"/>
  <p:tag name="KSO_WM_BEAUTIFY_FLAG" val="#wm#"/>
  <p:tag name="KSO_WM_TEMPLATE_CATEGORY" val="diagram"/>
  <p:tag name="KSO_WM_TEMPLATE_INDEX" val="20169850"/>
  <p:tag name="KSO_WM_UNIT_TYPE" val="l_h_i"/>
  <p:tag name="KSO_WM_UNIT_INDEX" val="1_2_2"/>
  <p:tag name="KSO_WM_UNIT_ID" val="diagram20169850_3*l_h_i*1_2_2"/>
  <p:tag name="KSO_WM_UNIT_LAYERLEVEL" val="1_1_1"/>
  <p:tag name="KSO_WM_DIAGRAM_GROUP_CODE" val="l1-1"/>
  <p:tag name="KSO_WM_UNIT_FILL_FORE_SCHEMECOLOR_INDEX" val="6"/>
  <p:tag name="KSO_WM_UNIT_FILL_TYPE" val="1"/>
  <p:tag name="KSO_WM_UNIT_TEXT_FILL_FORE_SCHEMECOLOR_INDEX" val="13"/>
  <p:tag name="KSO_WM_UNIT_TEXT_FILL_TYPE" val="1"/>
  <p:tag name="KSO_WM_DIAGRAM_VIRTUALLY_FRAME" val="{&quot;height&quot;:314.0170078740158,&quot;left&quot;:149.95,&quot;top&quot;:198.78299212598424,&quot;width&quot;:743.85}"/>
</p:tagLst>
</file>

<file path=ppt/tags/tag40.xml><?xml version="1.0" encoding="utf-8"?>
<p:tagLst xmlns:p="http://schemas.openxmlformats.org/presentationml/2006/main">
  <p:tag name="KSO_WM_TAG_VERSION" val="1.0"/>
  <p:tag name="KSO_WM_BEAUTIFY_FLAG" val="#wm#"/>
  <p:tag name="KSO_WM_TEMPLATE_CATEGORY" val="diagram"/>
  <p:tag name="KSO_WM_TEMPLATE_INDEX" val="20169850"/>
  <p:tag name="KSO_WM_UNIT_TYPE" val="l_h_i"/>
  <p:tag name="KSO_WM_UNIT_INDEX" val="1_2_3"/>
  <p:tag name="KSO_WM_UNIT_ID" val="diagram20169850_3*l_h_i*1_2_3"/>
  <p:tag name="KSO_WM_UNIT_LAYERLEVEL" val="1_1_1"/>
  <p:tag name="KSO_WM_DIAGRAM_GROUP_CODE" val="l1-1"/>
  <p:tag name="KSO_WM_UNIT_FILL_FORE_SCHEMECOLOR_INDEX" val="5"/>
  <p:tag name="KSO_WM_UNIT_FILL_TYPE" val="1"/>
  <p:tag name="KSO_WM_UNIT_TEXT_FILL_FORE_SCHEMECOLOR_INDEX" val="13"/>
  <p:tag name="KSO_WM_UNIT_TEXT_FILL_TYPE" val="1"/>
  <p:tag name="KSO_WM_DIAGRAM_VIRTUALLY_FRAME" val="{&quot;height&quot;:314.0170078740158,&quot;left&quot;:149.95,&quot;top&quot;:198.78299212598424,&quot;width&quot;:743.85}"/>
</p:tagLst>
</file>

<file path=ppt/tags/tag41.xml><?xml version="1.0" encoding="utf-8"?>
<p:tagLst xmlns:p="http://schemas.openxmlformats.org/presentationml/2006/main">
  <p:tag name="KSO_WM_TAG_VERSION" val="1.0"/>
  <p:tag name="KSO_WM_BEAUTIFY_FLAG" val="#wm#"/>
  <p:tag name="KSO_WM_TEMPLATE_CATEGORY" val="diagram"/>
  <p:tag name="KSO_WM_TEMPLATE_INDEX" val="20169850"/>
  <p:tag name="KSO_WM_UNIT_TYPE" val="l_h_i"/>
  <p:tag name="KSO_WM_UNIT_INDEX" val="1_2_4"/>
  <p:tag name="KSO_WM_UNIT_ID" val="diagram20169850_3*l_h_i*1_2_4"/>
  <p:tag name="KSO_WM_UNIT_LAYERLEVEL" val="1_1_1"/>
  <p:tag name="KSO_WM_DIAGRAM_GROUP_CODE" val="l1-1"/>
  <p:tag name="KSO_WM_UNIT_FILL_FORE_SCHEMECOLOR_INDEX" val="16"/>
  <p:tag name="KSO_WM_UNIT_FILL_TYPE" val="1"/>
  <p:tag name="KSO_WM_UNIT_TEXT_FILL_FORE_SCHEMECOLOR_INDEX" val="13"/>
  <p:tag name="KSO_WM_UNIT_TEXT_FILL_TYPE" val="1"/>
  <p:tag name="KSO_WM_DIAGRAM_VIRTUALLY_FRAME" val="{&quot;height&quot;:314.0170078740158,&quot;left&quot;:149.95,&quot;top&quot;:198.78299212598424,&quot;width&quot;:743.85}"/>
</p:tagLst>
</file>

<file path=ppt/tags/tag42.xml><?xml version="1.0" encoding="utf-8"?>
<p:tagLst xmlns:p="http://schemas.openxmlformats.org/presentationml/2006/main">
  <p:tag name="KSO_WM_TAG_VERSION" val="1.0"/>
  <p:tag name="KSO_WM_BEAUTIFY_FLAG" val="#wm#"/>
  <p:tag name="KSO_WM_TEMPLATE_CATEGORY" val="diagram"/>
  <p:tag name="KSO_WM_TEMPLATE_INDEX" val="20169850"/>
  <p:tag name="KSO_WM_UNIT_TYPE" val="l_h_a"/>
  <p:tag name="KSO_WM_UNIT_INDEX" val="1_4_1"/>
  <p:tag name="KSO_WM_UNIT_LAYERLEVEL" val="1_1_1"/>
  <p:tag name="KSO_WM_UNIT_VALUE" val="12"/>
  <p:tag name="KSO_WM_UNIT_HIGHLIGHT" val="0"/>
  <p:tag name="KSO_WM_UNIT_COMPATIBLE" val="0"/>
  <p:tag name="KSO_WM_UNIT_CLEAR" val="0"/>
  <p:tag name="KSO_WM_UNIT_PRESET_TEXT_INDEX" val="3"/>
  <p:tag name="KSO_WM_UNIT_PRESET_TEXT_LEN" val="11"/>
  <p:tag name="KSO_WM_DIAGRAM_GROUP_CODE" val="l1-1"/>
  <p:tag name="KSO_WM_UNIT_ID" val="diagram20169850_3*l_h_a*1_4_1"/>
  <p:tag name="KSO_WM_UNIT_FILL_FORE_SCHEMECOLOR_INDEX" val="5"/>
  <p:tag name="KSO_WM_UNIT_FILL_TYPE" val="1"/>
  <p:tag name="KSO_WM_UNIT_TEXT_FILL_FORE_SCHEMECOLOR_INDEX" val="14"/>
  <p:tag name="KSO_WM_UNIT_TEXT_FILL_TYPE" val="1"/>
  <p:tag name="KSO_WM_DIAGRAM_VIRTUALLY_FRAME" val="{&quot;height&quot;:314.0170078740158,&quot;left&quot;:149.95,&quot;top&quot;:198.78299212598424,&quot;width&quot;:743.85}"/>
</p:tagLst>
</file>

<file path=ppt/tags/tag43.xml><?xml version="1.0" encoding="utf-8"?>
<p:tagLst xmlns:p="http://schemas.openxmlformats.org/presentationml/2006/main">
  <p:tag name="KSO_WM_TAG_VERSION" val="1.0"/>
  <p:tag name="KSO_WM_BEAUTIFY_FLAG" val="#wm#"/>
  <p:tag name="KSO_WM_TEMPLATE_CATEGORY" val="diagram"/>
  <p:tag name="KSO_WM_TEMPLATE_INDEX" val="20169850"/>
  <p:tag name="KSO_WM_UNIT_TYPE" val="l_h_f"/>
  <p:tag name="KSO_WM_UNIT_INDEX" val="1_4_1"/>
  <p:tag name="KSO_WM_UNIT_LAYERLEVEL" val="1_1_1"/>
  <p:tag name="KSO_WM_UNIT_VALUE" val="48"/>
  <p:tag name="KSO_WM_UNIT_HIGHLIGHT" val="0"/>
  <p:tag name="KSO_WM_UNIT_COMPATIBLE" val="0"/>
  <p:tag name="KSO_WM_UNIT_CLEAR" val="0"/>
  <p:tag name="KSO_WM_UNIT_PRESET_TEXT_INDEX" val="4"/>
  <p:tag name="KSO_WM_UNIT_PRESET_TEXT_LEN" val="57"/>
  <p:tag name="KSO_WM_DIAGRAM_GROUP_CODE" val="l1-1"/>
  <p:tag name="KSO_WM_UNIT_ID" val="diagram20169850_3*l_h_f*1_4_1"/>
  <p:tag name="KSO_WM_UNIT_SHADOW_SCHEMECOLOR_INDEX" val="16"/>
  <p:tag name="KSO_WM_UNIT_TEXT_FILL_FORE_SCHEMECOLOR_INDEX" val="13"/>
  <p:tag name="KSO_WM_UNIT_TEXT_FILL_TYPE" val="1"/>
  <p:tag name="KSO_WM_DIAGRAM_VIRTUALLY_FRAME" val="{&quot;height&quot;:314.0170078740158,&quot;left&quot;:149.95,&quot;top&quot;:198.78299212598424,&quot;width&quot;:743.85}"/>
</p:tagLst>
</file>

<file path=ppt/tags/tag44.xml><?xml version="1.0" encoding="utf-8"?>
<p:tagLst xmlns:p="http://schemas.openxmlformats.org/presentationml/2006/main">
  <p:tag name="KSO_WM_TAG_VERSION" val="1.0"/>
  <p:tag name="KSO_WM_BEAUTIFY_FLAG" val="#wm#"/>
  <p:tag name="KSO_WM_TEMPLATE_CATEGORY" val="diagram"/>
  <p:tag name="KSO_WM_TEMPLATE_INDEX" val="20169850"/>
  <p:tag name="KSO_WM_UNIT_TYPE" val="l_h_a"/>
  <p:tag name="KSO_WM_UNIT_INDEX" val="1_1_1"/>
  <p:tag name="KSO_WM_UNIT_LAYERLEVEL" val="1_1_1"/>
  <p:tag name="KSO_WM_UNIT_VALUE" val="12"/>
  <p:tag name="KSO_WM_UNIT_HIGHLIGHT" val="0"/>
  <p:tag name="KSO_WM_UNIT_COMPATIBLE" val="0"/>
  <p:tag name="KSO_WM_UNIT_CLEAR" val="0"/>
  <p:tag name="KSO_WM_UNIT_PRESET_TEXT_INDEX" val="3"/>
  <p:tag name="KSO_WM_UNIT_PRESET_TEXT_LEN" val="11"/>
  <p:tag name="KSO_WM_DIAGRAM_GROUP_CODE" val="l1-1"/>
  <p:tag name="KSO_WM_UNIT_ID" val="diagram20169850_3*l_h_a*1_1_1"/>
  <p:tag name="KSO_WM_UNIT_FILL_FORE_SCHEMECOLOR_INDEX" val="5"/>
  <p:tag name="KSO_WM_UNIT_FILL_TYPE" val="1"/>
  <p:tag name="KSO_WM_UNIT_TEXT_FILL_FORE_SCHEMECOLOR_INDEX" val="14"/>
  <p:tag name="KSO_WM_UNIT_TEXT_FILL_TYPE" val="1"/>
  <p:tag name="KSO_WM_DIAGRAM_VIRTUALLY_FRAME" val="{&quot;height&quot;:314.0170078740158,&quot;left&quot;:149.95,&quot;top&quot;:198.78299212598424,&quot;width&quot;:743.85}"/>
</p:tagLst>
</file>

<file path=ppt/tags/tag45.xml><?xml version="1.0" encoding="utf-8"?>
<p:tagLst xmlns:p="http://schemas.openxmlformats.org/presentationml/2006/main">
  <p:tag name="KSO_WM_TAG_VERSION" val="1.0"/>
  <p:tag name="KSO_WM_BEAUTIFY_FLAG" val="#wm#"/>
  <p:tag name="KSO_WM_TEMPLATE_CATEGORY" val="diagram"/>
  <p:tag name="KSO_WM_TEMPLATE_INDEX" val="20169850"/>
  <p:tag name="KSO_WM_UNIT_TYPE" val="l_h_f"/>
  <p:tag name="KSO_WM_UNIT_INDEX" val="1_1_1"/>
  <p:tag name="KSO_WM_UNIT_LAYERLEVEL" val="1_1_1"/>
  <p:tag name="KSO_WM_UNIT_VALUE" val="48"/>
  <p:tag name="KSO_WM_UNIT_HIGHLIGHT" val="0"/>
  <p:tag name="KSO_WM_UNIT_COMPATIBLE" val="0"/>
  <p:tag name="KSO_WM_UNIT_CLEAR" val="0"/>
  <p:tag name="KSO_WM_UNIT_PRESET_TEXT_INDEX" val="4"/>
  <p:tag name="KSO_WM_UNIT_PRESET_TEXT_LEN" val="57"/>
  <p:tag name="KSO_WM_DIAGRAM_GROUP_CODE" val="l1-1"/>
  <p:tag name="KSO_WM_UNIT_ID" val="diagram20169850_3*l_h_f*1_1_1"/>
  <p:tag name="KSO_WM_UNIT_SHADOW_SCHEMECOLOR_INDEX" val="16"/>
  <p:tag name="KSO_WM_UNIT_TEXT_FILL_FORE_SCHEMECOLOR_INDEX" val="13"/>
  <p:tag name="KSO_WM_UNIT_TEXT_FILL_TYPE" val="1"/>
  <p:tag name="KSO_WM_DIAGRAM_VIRTUALLY_FRAME" val="{&quot;height&quot;:314.0170078740158,&quot;left&quot;:149.95,&quot;top&quot;:198.78299212598424,&quot;width&quot;:743.85}"/>
</p:tagLst>
</file>

<file path=ppt/tags/tag46.xml><?xml version="1.0" encoding="utf-8"?>
<p:tagLst xmlns:p="http://schemas.openxmlformats.org/presentationml/2006/main">
  <p:tag name="KSO_WM_TAG_VERSION" val="1.0"/>
  <p:tag name="KSO_WM_BEAUTIFY_FLAG" val="#wm#"/>
  <p:tag name="KSO_WM_TEMPLATE_CATEGORY" val="diagram"/>
  <p:tag name="KSO_WM_TEMPLATE_INDEX" val="20169850"/>
  <p:tag name="KSO_WM_UNIT_TYPE" val="l_h_a"/>
  <p:tag name="KSO_WM_UNIT_INDEX" val="1_2_1"/>
  <p:tag name="KSO_WM_UNIT_LAYERLEVEL" val="1_1_1"/>
  <p:tag name="KSO_WM_UNIT_VALUE" val="13"/>
  <p:tag name="KSO_WM_UNIT_HIGHLIGHT" val="0"/>
  <p:tag name="KSO_WM_UNIT_COMPATIBLE" val="0"/>
  <p:tag name="KSO_WM_UNIT_CLEAR" val="0"/>
  <p:tag name="KSO_WM_UNIT_PRESET_TEXT_INDEX" val="3"/>
  <p:tag name="KSO_WM_UNIT_PRESET_TEXT_LEN" val="11"/>
  <p:tag name="KSO_WM_DIAGRAM_GROUP_CODE" val="l1-1"/>
  <p:tag name="KSO_WM_UNIT_ID" val="diagram20169850_3*l_h_a*1_2_1"/>
  <p:tag name="KSO_WM_UNIT_FILL_FORE_SCHEMECOLOR_INDEX" val="5"/>
  <p:tag name="KSO_WM_UNIT_FILL_TYPE" val="1"/>
  <p:tag name="KSO_WM_UNIT_TEXT_FILL_FORE_SCHEMECOLOR_INDEX" val="14"/>
  <p:tag name="KSO_WM_UNIT_TEXT_FILL_TYPE" val="1"/>
  <p:tag name="KSO_WM_DIAGRAM_VIRTUALLY_FRAME" val="{&quot;height&quot;:314.0170078740158,&quot;left&quot;:149.95,&quot;top&quot;:198.78299212598424,&quot;width&quot;:743.85}"/>
</p:tagLst>
</file>

<file path=ppt/tags/tag47.xml><?xml version="1.0" encoding="utf-8"?>
<p:tagLst xmlns:p="http://schemas.openxmlformats.org/presentationml/2006/main">
  <p:tag name="KSO_WM_TAG_VERSION" val="1.0"/>
  <p:tag name="KSO_WM_BEAUTIFY_FLAG" val="#wm#"/>
  <p:tag name="KSO_WM_TEMPLATE_CATEGORY" val="diagram"/>
  <p:tag name="KSO_WM_TEMPLATE_INDEX" val="20169850"/>
  <p:tag name="KSO_WM_UNIT_TYPE" val="l_h_f"/>
  <p:tag name="KSO_WM_UNIT_INDEX" val="1_2_1"/>
  <p:tag name="KSO_WM_UNIT_LAYERLEVEL" val="1_1_1"/>
  <p:tag name="KSO_WM_UNIT_VALUE" val="52"/>
  <p:tag name="KSO_WM_UNIT_HIGHLIGHT" val="0"/>
  <p:tag name="KSO_WM_UNIT_COMPATIBLE" val="0"/>
  <p:tag name="KSO_WM_UNIT_CLEAR" val="0"/>
  <p:tag name="KSO_WM_UNIT_PRESET_TEXT_INDEX" val="4"/>
  <p:tag name="KSO_WM_UNIT_PRESET_TEXT_LEN" val="57"/>
  <p:tag name="KSO_WM_DIAGRAM_GROUP_CODE" val="l1-1"/>
  <p:tag name="KSO_WM_UNIT_ID" val="diagram20169850_3*l_h_f*1_2_1"/>
  <p:tag name="KSO_WM_UNIT_SHADOW_SCHEMECOLOR_INDEX" val="16"/>
  <p:tag name="KSO_WM_UNIT_TEXT_FILL_FORE_SCHEMECOLOR_INDEX" val="13"/>
  <p:tag name="KSO_WM_UNIT_TEXT_FILL_TYPE" val="1"/>
  <p:tag name="KSO_WM_DIAGRAM_VIRTUALLY_FRAME" val="{&quot;height&quot;:314.0170078740158,&quot;left&quot;:149.95,&quot;top&quot;:198.78299212598424,&quot;width&quot;:743.85}"/>
</p:tagLst>
</file>

<file path=ppt/tags/tag48.xml><?xml version="1.0" encoding="utf-8"?>
<p:tagLst xmlns:p="http://schemas.openxmlformats.org/presentationml/2006/main">
  <p:tag name="MH" val="20160830110547"/>
  <p:tag name="MH_LIBRARY" val="CONTENTS"/>
  <p:tag name="MH_TYPE" val="OTHERS"/>
  <p:tag name="ID" val="545840"/>
</p:tagLst>
</file>

<file path=ppt/tags/tag49.xml><?xml version="1.0" encoding="utf-8"?>
<p:tagLst xmlns:p="http://schemas.openxmlformats.org/presentationml/2006/main">
  <p:tag name="MH" val="20160830110547"/>
  <p:tag name="MH_LIBRARY" val="CONTENTS"/>
  <p:tag name="MH_TYPE" val="OTHERS"/>
  <p:tag name="ID" val="545840"/>
</p:tagLst>
</file>

<file path=ppt/tags/tag50.xml><?xml version="1.0" encoding="utf-8"?>
<p:tagLst xmlns:p="http://schemas.openxmlformats.org/presentationml/2006/main">
  <p:tag name="KSO_WM_UNIT_PLACING_PICTURE_USER_VIEWPORT" val="{&quot;height&quot;:1265.7527559055118,&quot;width&quot;:3247.6551181102363}"/>
</p:tagLst>
</file>

<file path=ppt/tags/tag51.xml><?xml version="1.0" encoding="utf-8"?>
<p:tagLst xmlns:p="http://schemas.openxmlformats.org/presentationml/2006/main">
  <p:tag name="MH" val="20160830110547"/>
  <p:tag name="MH_LIBRARY" val="CONTENTS"/>
  <p:tag name="MH_TYPE" val="OTHERS"/>
  <p:tag name="ID" val="545840"/>
</p:tagLst>
</file>

<file path=ppt/tags/tag52.xml><?xml version="1.0" encoding="utf-8"?>
<p:tagLst xmlns:p="http://schemas.openxmlformats.org/presentationml/2006/main">
  <p:tag name="MH" val="20160830110547"/>
  <p:tag name="MH_LIBRARY" val="CONTENTS"/>
  <p:tag name="MH_TYPE" val="OTHERS"/>
  <p:tag name="ID" val="545840"/>
</p:tagLst>
</file>

<file path=ppt/tags/tag53.xml><?xml version="1.0" encoding="utf-8"?>
<p:tagLst xmlns:p="http://schemas.openxmlformats.org/presentationml/2006/main">
  <p:tag name="KSO_WM_UNIT_PLACING_PICTURE_USER_VIEWPORT" val="{&quot;height&quot;:1265.7527559055118,&quot;width&quot;:3247.6551181102363}"/>
</p:tagLst>
</file>

<file path=ppt/tags/tag54.xml><?xml version="1.0" encoding="utf-8"?>
<p:tagLst xmlns:p="http://schemas.openxmlformats.org/presentationml/2006/main">
  <p:tag name="MH" val="20160830110547"/>
  <p:tag name="MH_LIBRARY" val="CONTENTS"/>
  <p:tag name="MH_TYPE" val="OTHERS"/>
  <p:tag name="ID" val="545840"/>
</p:tagLst>
</file>

<file path=ppt/tags/tag55.xml><?xml version="1.0" encoding="utf-8"?>
<p:tagLst xmlns:p="http://schemas.openxmlformats.org/presentationml/2006/main">
  <p:tag name="MH" val="20160830110547"/>
  <p:tag name="MH_LIBRARY" val="CONTENTS"/>
  <p:tag name="MH_TYPE" val="OTHERS"/>
  <p:tag name="ID" val="545840"/>
</p:tagLst>
</file>

<file path=ppt/tags/tag56.xml><?xml version="1.0" encoding="utf-8"?>
<p:tagLst xmlns:p="http://schemas.openxmlformats.org/presentationml/2006/main">
  <p:tag name="KSO_WM_UNIT_PLACING_PICTURE_USER_VIEWPORT" val="{&quot;height&quot;:1265.7527559055118,&quot;width&quot;:3247.6551181102363}"/>
</p:tagLst>
</file>

<file path=ppt/tags/tag57.xml><?xml version="1.0" encoding="utf-8"?>
<p:tagLst xmlns:p="http://schemas.openxmlformats.org/presentationml/2006/main">
  <p:tag name="MH" val="20160830110547"/>
  <p:tag name="MH_LIBRARY" val="CONTENTS"/>
  <p:tag name="MH_TYPE" val="OTHERS"/>
  <p:tag name="ID" val="545840"/>
</p:tagLst>
</file>

<file path=ppt/tags/tag58.xml><?xml version="1.0" encoding="utf-8"?>
<p:tagLst xmlns:p="http://schemas.openxmlformats.org/presentationml/2006/main">
  <p:tag name="MH" val="20160830110547"/>
  <p:tag name="MH_LIBRARY" val="CONTENTS"/>
  <p:tag name="MH_TYPE" val="OTHERS"/>
  <p:tag name="ID" val="545840"/>
</p:tagLst>
</file>

<file path=ppt/tags/tag59.xml><?xml version="1.0" encoding="utf-8"?>
<p:tagLst xmlns:p="http://schemas.openxmlformats.org/presentationml/2006/main">
  <p:tag name="KSO_WM_UNIT_PLACING_PICTURE_USER_VIEWPORT" val="{&quot;height&quot;:1265.7527559055118,&quot;width&quot;:3247.6551181102363}"/>
</p:tagLst>
</file>

<file path=ppt/tags/tag60.xml><?xml version="1.0" encoding="utf-8"?>
<p:tagLst xmlns:p="http://schemas.openxmlformats.org/presentationml/2006/main">
  <p:tag name="MH" val="20160830110547"/>
  <p:tag name="MH_LIBRARY" val="CONTENTS"/>
  <p:tag name="MH_TYPE" val="OTHERS"/>
  <p:tag name="ID" val="545840"/>
</p:tagLst>
</file>

<file path=ppt/tags/tag61.xml><?xml version="1.0" encoding="utf-8"?>
<p:tagLst xmlns:p="http://schemas.openxmlformats.org/presentationml/2006/main">
  <p:tag name="MH" val="20160830110547"/>
  <p:tag name="MH_LIBRARY" val="CONTENTS"/>
  <p:tag name="MH_TYPE" val="OTHERS"/>
  <p:tag name="ID" val="545840"/>
</p:tagLst>
</file>

<file path=ppt/tags/tag62.xml><?xml version="1.0" encoding="utf-8"?>
<p:tagLst xmlns:p="http://schemas.openxmlformats.org/presentationml/2006/main">
  <p:tag name="KSO_WM_UNIT_PLACING_PICTURE_USER_VIEWPORT" val="{&quot;height&quot;:1265.7527559055118,&quot;width&quot;:3247.6551181102363}"/>
</p:tagLst>
</file>

<file path=ppt/tags/tag63.xml><?xml version="1.0" encoding="utf-8"?>
<p:tagLst xmlns:p="http://schemas.openxmlformats.org/presentationml/2006/main">
  <p:tag name="MH" val="20160830110547"/>
  <p:tag name="MH_LIBRARY" val="CONTENTS"/>
  <p:tag name="MH_TYPE" val="OTHERS"/>
  <p:tag name="ID" val="545840"/>
</p:tagLst>
</file>

<file path=ppt/tags/tag64.xml><?xml version="1.0" encoding="utf-8"?>
<p:tagLst xmlns:p="http://schemas.openxmlformats.org/presentationml/2006/main">
  <p:tag name="MH" val="20160830110547"/>
  <p:tag name="MH_LIBRARY" val="CONTENTS"/>
  <p:tag name="MH_TYPE" val="OTHERS"/>
  <p:tag name="ID" val="545840"/>
</p:tagLst>
</file>

<file path=ppt/tags/tag65.xml><?xml version="1.0" encoding="utf-8"?>
<p:tagLst xmlns:p="http://schemas.openxmlformats.org/presentationml/2006/main">
  <p:tag name="KSO_WM_UNIT_PLACING_PICTURE_USER_VIEWPORT" val="{&quot;height&quot;:1265.7527559055118,&quot;width&quot;:3247.6551181102363}"/>
</p:tagLst>
</file>

<file path=ppt/tags/tag66.xml><?xml version="1.0" encoding="utf-8"?>
<p:tagLst xmlns:p="http://schemas.openxmlformats.org/presentationml/2006/main">
  <p:tag name="MH" val="20160830110547"/>
  <p:tag name="MH_LIBRARY" val="CONTENTS"/>
  <p:tag name="MH_TYPE" val="OTHERS"/>
  <p:tag name="ID" val="545840"/>
</p:tagLst>
</file>

<file path=ppt/tags/tag67.xml><?xml version="1.0" encoding="utf-8"?>
<p:tagLst xmlns:p="http://schemas.openxmlformats.org/presentationml/2006/main">
  <p:tag name="MH" val="20160830110547"/>
  <p:tag name="MH_LIBRARY" val="CONTENTS"/>
  <p:tag name="MH_TYPE" val="OTHERS"/>
  <p:tag name="ID" val="545840"/>
</p:tagLst>
</file>

<file path=ppt/tags/tag68.xml><?xml version="1.0" encoding="utf-8"?>
<p:tagLst xmlns:p="http://schemas.openxmlformats.org/presentationml/2006/main">
  <p:tag name="MH" val="20160830110547"/>
  <p:tag name="MH_LIBRARY" val="CONTENTS"/>
  <p:tag name="MH_TYPE" val="OTHERS"/>
  <p:tag name="ID" val="545840"/>
</p:tagLst>
</file>

<file path=ppt/tags/tag69.xml><?xml version="1.0" encoding="utf-8"?>
<p:tagLst xmlns:p="http://schemas.openxmlformats.org/presentationml/2006/main">
  <p:tag name="MH" val="20160830110547"/>
  <p:tag name="MH_LIBRARY" val="CONTENTS"/>
  <p:tag name="MH_TYPE" val="OTHERS"/>
  <p:tag name="ID" val="545840"/>
</p:tagLst>
</file>

<file path=ppt/tags/tag70.xml><?xml version="1.0" encoding="utf-8"?>
<p:tagLst xmlns:p="http://schemas.openxmlformats.org/presentationml/2006/main">
  <p:tag name="MH" val="20160830110547"/>
  <p:tag name="MH_LIBRARY" val="CONTENTS"/>
  <p:tag name="MH_TYPE" val="OTHERS"/>
  <p:tag name="ID" val="545840"/>
</p:tagLst>
</file>

<file path=ppt/tags/tag71.xml><?xml version="1.0" encoding="utf-8"?>
<p:tagLst xmlns:p="http://schemas.openxmlformats.org/presentationml/2006/main">
  <p:tag name="MH" val="20160830110547"/>
  <p:tag name="MH_LIBRARY" val="CONTENTS"/>
  <p:tag name="MH_TYPE" val="OTHERS"/>
  <p:tag name="ID" val="545840"/>
</p:tagLst>
</file>

<file path=ppt/tags/tag72.xml><?xml version="1.0" encoding="utf-8"?>
<p:tagLst xmlns:p="http://schemas.openxmlformats.org/presentationml/2006/main">
  <p:tag name="KSO_WM_UNIT_PLACING_PICTURE_USER_VIEWPORT" val="{&quot;height&quot;:1265.7527559055118,&quot;width&quot;:3247.6551181102363}"/>
</p:tagLst>
</file>

<file path=ppt/tags/tag73.xml><?xml version="1.0" encoding="utf-8"?>
<p:tagLst xmlns:p="http://schemas.openxmlformats.org/presentationml/2006/main">
  <p:tag name="MH" val="20160830110547"/>
  <p:tag name="MH_LIBRARY" val="CONTENTS"/>
  <p:tag name="MH_TYPE" val="OTHERS"/>
  <p:tag name="ID" val="545840"/>
</p:tagLst>
</file>

<file path=ppt/tags/tag74.xml><?xml version="1.0" encoding="utf-8"?>
<p:tagLst xmlns:p="http://schemas.openxmlformats.org/presentationml/2006/main">
  <p:tag name="MH" val="20160830110547"/>
  <p:tag name="MH_LIBRARY" val="CONTENTS"/>
  <p:tag name="MH_TYPE" val="OTHERS"/>
  <p:tag name="ID" val="545840"/>
</p:tagLst>
</file>

<file path=ppt/tags/tag75.xml><?xml version="1.0" encoding="utf-8"?>
<p:tagLst xmlns:p="http://schemas.openxmlformats.org/presentationml/2006/main">
  <p:tag name="KSO_WM_TEMPLATE_THUMBS_INDEX" val="1"/>
  <p:tag name="KSO_WM_SLIDE_ID" val="custom20187308_1"/>
  <p:tag name="KSO_WM_TEMPLATE_SUBCATEGORY" val="0"/>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187308"/>
  <p:tag name="KSO_WM_SLIDE_LAYOUT" val="a_b"/>
  <p:tag name="KSO_WM_SLIDE_LAYOUT_CNT" val="1_1"/>
</p:tagLst>
</file>

<file path=ppt/tags/tag76.xml><?xml version="1.0" encoding="utf-8"?>
<p:tagLst xmlns:p="http://schemas.openxmlformats.org/presentationml/2006/main">
  <p:tag name="KSO_WPP_MARK_KEY" val="f68bebb2-1042-4dbc-95bc-ee304447e0ae"/>
  <p:tag name="COMMONDATA" val="eyJoZGlkIjoiNGI1ZDAwODY0NmYxNTdmYzZkZmUxZjUzZmMyNjIzZGMifQ=="/>
  <p:tag name="commondata" val="eyJoZGlkIjoiYmEyODIxYjljZWU4OThlYTlmNzI5ZTYyNzBkMjIwODg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Calibri"/>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Calibri"/>
        <a:font script="Hant" typeface="新細明體"/>
        <a:font script="Arab" typeface="Calibri"/>
        <a:font script="Hebr" typeface="Calibri"/>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Calibri"/>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Calibri"/>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Calibri"/>
        <a:font script="Hant" typeface="新細明體"/>
        <a:font script="Arab" typeface="Calibri"/>
        <a:font script="Hebr" typeface="Calibri"/>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Calibri"/>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Calibri"/>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Calibri"/>
        <a:font script="Hant" typeface="新細明體"/>
        <a:font script="Arab" typeface="Calibri"/>
        <a:font script="Hebr" typeface="Calibri"/>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Calibri"/>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3825</Words>
  <Application>WPS 演示</Application>
  <PresentationFormat>宽屏</PresentationFormat>
  <Paragraphs>353</Paragraphs>
  <Slides>22</Slides>
  <Notes>22</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22</vt:i4>
      </vt:variant>
    </vt:vector>
  </HeadingPairs>
  <TitlesOfParts>
    <vt:vector size="37" baseType="lpstr">
      <vt:lpstr>Arial</vt:lpstr>
      <vt:lpstr>宋体</vt:lpstr>
      <vt:lpstr>Wingdings</vt:lpstr>
      <vt:lpstr>Calibri</vt:lpstr>
      <vt:lpstr>微软雅黑</vt:lpstr>
      <vt:lpstr>U.S. 101</vt:lpstr>
      <vt:lpstr>Segoe Print</vt:lpstr>
      <vt:lpstr>Roboto</vt:lpstr>
      <vt:lpstr>Times New Roman</vt:lpstr>
      <vt:lpstr>Open Sans Light</vt:lpstr>
      <vt:lpstr>Wingdings</vt:lpstr>
      <vt:lpstr>Arial Unicode MS</vt:lpstr>
      <vt:lpstr>黑体</vt:lpstr>
      <vt:lpstr>Calibri Light</vt:lpstr>
      <vt:lpstr>Office 主题​​</vt:lpstr>
      <vt:lpstr>Automatic Reproduction of Systems Using Large Language Models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 yx</dc:creator>
  <cp:lastModifiedBy>。</cp:lastModifiedBy>
  <cp:revision>415</cp:revision>
  <dcterms:created xsi:type="dcterms:W3CDTF">2022-08-06T07:07:00Z</dcterms:created>
  <dcterms:modified xsi:type="dcterms:W3CDTF">2024-09-26T13:06:41Z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53189F86B4384D39ACD583B4C99662B5</vt:lpwstr>
  </property>
  <property fmtid="{D5CDD505-2E9C-101B-9397-08002B2CF9AE}" pid="3" name="KSOProductBuildVer">
    <vt:lpwstr>2052-12.1.0.18276</vt:lpwstr>
  </property>
</Properties>
</file>